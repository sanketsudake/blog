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9" r:id="rId1"/>
  </p:sldMasterIdLst>
  <p:notesMasterIdLst>
    <p:notesMasterId r:id="rId39"/>
  </p:notesMasterIdLst>
  <p:sldIdLst>
    <p:sldId id="256" r:id="rId2"/>
    <p:sldId id="259" r:id="rId3"/>
    <p:sldId id="336" r:id="rId4"/>
    <p:sldId id="312" r:id="rId5"/>
    <p:sldId id="316" r:id="rId6"/>
    <p:sldId id="318" r:id="rId7"/>
    <p:sldId id="319" r:id="rId8"/>
    <p:sldId id="320" r:id="rId9"/>
    <p:sldId id="263" r:id="rId10"/>
    <p:sldId id="311" r:id="rId11"/>
    <p:sldId id="332" r:id="rId12"/>
    <p:sldId id="321" r:id="rId13"/>
    <p:sldId id="322" r:id="rId14"/>
    <p:sldId id="327" r:id="rId15"/>
    <p:sldId id="315" r:id="rId16"/>
    <p:sldId id="329" r:id="rId17"/>
    <p:sldId id="314" r:id="rId18"/>
    <p:sldId id="334" r:id="rId19"/>
    <p:sldId id="345" r:id="rId20"/>
    <p:sldId id="346" r:id="rId21"/>
    <p:sldId id="330" r:id="rId22"/>
    <p:sldId id="337" r:id="rId23"/>
    <p:sldId id="338" r:id="rId24"/>
    <p:sldId id="339" r:id="rId25"/>
    <p:sldId id="348" r:id="rId26"/>
    <p:sldId id="313" r:id="rId27"/>
    <p:sldId id="307" r:id="rId28"/>
    <p:sldId id="309" r:id="rId29"/>
    <p:sldId id="323" r:id="rId30"/>
    <p:sldId id="324" r:id="rId31"/>
    <p:sldId id="326" r:id="rId32"/>
    <p:sldId id="340" r:id="rId33"/>
    <p:sldId id="342" r:id="rId34"/>
    <p:sldId id="349" r:id="rId35"/>
    <p:sldId id="341" r:id="rId36"/>
    <p:sldId id="343" r:id="rId37"/>
    <p:sldId id="261"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F38924-5F0B-FD45-9333-6F0BF8409017}" v="353" dt="2025-12-10T07:23:16.712"/>
  </p1510:revLst>
</p1510:revInfo>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4883" autoAdjust="0"/>
    <p:restoredTop sz="60198"/>
  </p:normalViewPr>
  <p:slideViewPr>
    <p:cSldViewPr snapToGrid="0">
      <p:cViewPr varScale="1">
        <p:scale>
          <a:sx n="93" d="100"/>
          <a:sy n="93" d="100"/>
        </p:scale>
        <p:origin x="73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6D44E3-A8F3-534D-9AE6-BCC57F01BFE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GB"/>
        </a:p>
      </dgm:t>
    </dgm:pt>
    <dgm:pt modelId="{26A22851-99F8-DA41-A1D7-65E4C8FA54A2}">
      <dgm:prSet phldrT="[Text]"/>
      <dgm:spPr/>
      <dgm:t>
        <a:bodyPr/>
        <a:lstStyle/>
        <a:p>
          <a:pPr>
            <a:lnSpc>
              <a:spcPct val="100000"/>
            </a:lnSpc>
            <a:defRPr b="1"/>
          </a:pPr>
          <a:r>
            <a:rPr lang="en-GB" baseline="0" dirty="0"/>
            <a:t>AI Workloads</a:t>
          </a:r>
        </a:p>
      </dgm:t>
    </dgm:pt>
    <dgm:pt modelId="{7CCF761C-D51B-874B-823A-1452EC0F3E1D}" type="parTrans" cxnId="{08BCF5A8-3AA7-694B-9267-FB8DD3BC2FB1}">
      <dgm:prSet/>
      <dgm:spPr/>
      <dgm:t>
        <a:bodyPr/>
        <a:lstStyle/>
        <a:p>
          <a:endParaRPr lang="en-GB"/>
        </a:p>
      </dgm:t>
    </dgm:pt>
    <dgm:pt modelId="{D0D01729-05E5-344D-905B-3505F1D45482}" type="sibTrans" cxnId="{08BCF5A8-3AA7-694B-9267-FB8DD3BC2FB1}">
      <dgm:prSet/>
      <dgm:spPr/>
      <dgm:t>
        <a:bodyPr/>
        <a:lstStyle/>
        <a:p>
          <a:endParaRPr lang="en-GB"/>
        </a:p>
      </dgm:t>
    </dgm:pt>
    <dgm:pt modelId="{E8D96A7F-0D21-D042-9C48-D2CE13C30744}">
      <dgm:prSet phldrT="[Text]"/>
      <dgm:spPr/>
      <dgm:t>
        <a:bodyPr/>
        <a:lstStyle/>
        <a:p>
          <a:pPr>
            <a:lnSpc>
              <a:spcPct val="100000"/>
            </a:lnSpc>
          </a:pPr>
          <a:r>
            <a:rPr lang="en-GB" baseline="0" dirty="0"/>
            <a:t>LLMs</a:t>
          </a:r>
        </a:p>
      </dgm:t>
    </dgm:pt>
    <dgm:pt modelId="{E70E60F9-ED5C-EB41-B432-34390986A2F1}" type="parTrans" cxnId="{E6546269-4E48-D844-9C1E-B5A64AF29A27}">
      <dgm:prSet/>
      <dgm:spPr/>
      <dgm:t>
        <a:bodyPr/>
        <a:lstStyle/>
        <a:p>
          <a:endParaRPr lang="en-GB"/>
        </a:p>
      </dgm:t>
    </dgm:pt>
    <dgm:pt modelId="{BCD94E0F-C41F-5941-ABA2-4F80A8E16E2A}" type="sibTrans" cxnId="{E6546269-4E48-D844-9C1E-B5A64AF29A27}">
      <dgm:prSet/>
      <dgm:spPr/>
      <dgm:t>
        <a:bodyPr/>
        <a:lstStyle/>
        <a:p>
          <a:endParaRPr lang="en-GB"/>
        </a:p>
      </dgm:t>
    </dgm:pt>
    <dgm:pt modelId="{01ED9CAB-1C94-4F4A-93F6-CCB83FA5CE72}">
      <dgm:prSet phldrT="[Text]"/>
      <dgm:spPr/>
      <dgm:t>
        <a:bodyPr/>
        <a:lstStyle/>
        <a:p>
          <a:pPr>
            <a:lnSpc>
              <a:spcPct val="100000"/>
            </a:lnSpc>
          </a:pPr>
          <a:r>
            <a:rPr lang="en-IN" baseline="0" dirty="0"/>
            <a:t>Embeddings &amp; Retrieval</a:t>
          </a:r>
          <a:endParaRPr lang="en-GB" baseline="0" dirty="0"/>
        </a:p>
      </dgm:t>
    </dgm:pt>
    <dgm:pt modelId="{E991470D-DA80-3D4D-A084-11A730F31B52}" type="parTrans" cxnId="{B5E56A01-1E38-CB45-8EE3-AEEE135175B1}">
      <dgm:prSet/>
      <dgm:spPr/>
      <dgm:t>
        <a:bodyPr/>
        <a:lstStyle/>
        <a:p>
          <a:endParaRPr lang="en-GB"/>
        </a:p>
      </dgm:t>
    </dgm:pt>
    <dgm:pt modelId="{28228B66-B611-D243-983B-D0DE204660CC}" type="sibTrans" cxnId="{B5E56A01-1E38-CB45-8EE3-AEEE135175B1}">
      <dgm:prSet/>
      <dgm:spPr/>
      <dgm:t>
        <a:bodyPr/>
        <a:lstStyle/>
        <a:p>
          <a:endParaRPr lang="en-GB"/>
        </a:p>
      </dgm:t>
    </dgm:pt>
    <dgm:pt modelId="{50C15F2D-7851-294C-9410-92E7C7ED221C}">
      <dgm:prSet phldrT="[Text]"/>
      <dgm:spPr/>
      <dgm:t>
        <a:bodyPr/>
        <a:lstStyle/>
        <a:p>
          <a:pPr>
            <a:lnSpc>
              <a:spcPct val="100000"/>
            </a:lnSpc>
            <a:defRPr b="1"/>
          </a:pPr>
          <a:r>
            <a:rPr lang="en-GB" baseline="0"/>
            <a:t>AI Apps</a:t>
          </a:r>
        </a:p>
      </dgm:t>
    </dgm:pt>
    <dgm:pt modelId="{5ADDC960-69CB-7845-8E65-3BFCBCCD9701}" type="parTrans" cxnId="{EC6E0B46-BDC6-9941-A094-8D20ABD9BF51}">
      <dgm:prSet/>
      <dgm:spPr/>
      <dgm:t>
        <a:bodyPr/>
        <a:lstStyle/>
        <a:p>
          <a:endParaRPr lang="en-GB"/>
        </a:p>
      </dgm:t>
    </dgm:pt>
    <dgm:pt modelId="{D723F74A-0ED7-374B-AA98-F171749B0BBF}" type="sibTrans" cxnId="{EC6E0B46-BDC6-9941-A094-8D20ABD9BF51}">
      <dgm:prSet/>
      <dgm:spPr/>
      <dgm:t>
        <a:bodyPr/>
        <a:lstStyle/>
        <a:p>
          <a:endParaRPr lang="en-GB"/>
        </a:p>
      </dgm:t>
    </dgm:pt>
    <dgm:pt modelId="{431113EF-E5EB-C940-A117-418C9A7A9440}">
      <dgm:prSet phldrT="[Text]"/>
      <dgm:spPr/>
      <dgm:t>
        <a:bodyPr/>
        <a:lstStyle/>
        <a:p>
          <a:pPr>
            <a:lnSpc>
              <a:spcPct val="100000"/>
            </a:lnSpc>
          </a:pPr>
          <a:r>
            <a:rPr lang="en-GB" baseline="0" dirty="0"/>
            <a:t>Agents</a:t>
          </a:r>
        </a:p>
      </dgm:t>
    </dgm:pt>
    <dgm:pt modelId="{AE12C6E6-78F7-5745-9B1F-284D45A6B884}" type="parTrans" cxnId="{19E8A6BA-1C79-C647-995D-C4B435A1D492}">
      <dgm:prSet/>
      <dgm:spPr/>
      <dgm:t>
        <a:bodyPr/>
        <a:lstStyle/>
        <a:p>
          <a:endParaRPr lang="en-GB"/>
        </a:p>
      </dgm:t>
    </dgm:pt>
    <dgm:pt modelId="{E1EF311A-D534-5D4B-AFB0-1D8C8CFDB5FE}" type="sibTrans" cxnId="{19E8A6BA-1C79-C647-995D-C4B435A1D492}">
      <dgm:prSet/>
      <dgm:spPr/>
      <dgm:t>
        <a:bodyPr/>
        <a:lstStyle/>
        <a:p>
          <a:endParaRPr lang="en-GB"/>
        </a:p>
      </dgm:t>
    </dgm:pt>
    <dgm:pt modelId="{CA9C009C-8E3C-E94D-8F48-0D4B3812E025}">
      <dgm:prSet phldrT="[Text]"/>
      <dgm:spPr/>
      <dgm:t>
        <a:bodyPr/>
        <a:lstStyle/>
        <a:p>
          <a:pPr>
            <a:lnSpc>
              <a:spcPct val="100000"/>
            </a:lnSpc>
          </a:pPr>
          <a:r>
            <a:rPr lang="en-IN" baseline="0" dirty="0" err="1"/>
            <a:t>Reranker</a:t>
          </a:r>
          <a:r>
            <a:rPr lang="en-IN" baseline="0" dirty="0"/>
            <a:t>: Search &amp; context</a:t>
          </a:r>
          <a:endParaRPr lang="en-GB" baseline="0" dirty="0"/>
        </a:p>
      </dgm:t>
    </dgm:pt>
    <dgm:pt modelId="{4B39B96D-C570-3741-8482-DCDDE44A09B3}" type="parTrans" cxnId="{D7C08DEB-B2C8-4E4B-8129-7E540293ACD1}">
      <dgm:prSet/>
      <dgm:spPr/>
      <dgm:t>
        <a:bodyPr/>
        <a:lstStyle/>
        <a:p>
          <a:endParaRPr lang="en-GB"/>
        </a:p>
      </dgm:t>
    </dgm:pt>
    <dgm:pt modelId="{B7E3BEED-15BE-8740-B6A1-A31DE3CCBF75}" type="sibTrans" cxnId="{D7C08DEB-B2C8-4E4B-8129-7E540293ACD1}">
      <dgm:prSet/>
      <dgm:spPr/>
      <dgm:t>
        <a:bodyPr/>
        <a:lstStyle/>
        <a:p>
          <a:endParaRPr lang="en-GB"/>
        </a:p>
      </dgm:t>
    </dgm:pt>
    <dgm:pt modelId="{E2AD440B-563A-8046-9878-B65674334AA6}">
      <dgm:prSet phldrT="[Text]"/>
      <dgm:spPr/>
      <dgm:t>
        <a:bodyPr/>
        <a:lstStyle/>
        <a:p>
          <a:pPr>
            <a:lnSpc>
              <a:spcPct val="100000"/>
            </a:lnSpc>
          </a:pPr>
          <a:r>
            <a:rPr lang="en-IN" baseline="0" dirty="0"/>
            <a:t>Prompt Guard/Safety Filters</a:t>
          </a:r>
          <a:endParaRPr lang="en-GB" baseline="0" dirty="0"/>
        </a:p>
      </dgm:t>
    </dgm:pt>
    <dgm:pt modelId="{DCDFE2D0-73DA-B64A-B859-D77C00B3E8F2}" type="parTrans" cxnId="{6D571955-5C27-1A42-9CF3-39F439F8B2D1}">
      <dgm:prSet/>
      <dgm:spPr/>
      <dgm:t>
        <a:bodyPr/>
        <a:lstStyle/>
        <a:p>
          <a:endParaRPr lang="en-GB"/>
        </a:p>
      </dgm:t>
    </dgm:pt>
    <dgm:pt modelId="{49A12372-8346-4C49-9C1E-2C93C2312D02}" type="sibTrans" cxnId="{6D571955-5C27-1A42-9CF3-39F439F8B2D1}">
      <dgm:prSet/>
      <dgm:spPr/>
      <dgm:t>
        <a:bodyPr/>
        <a:lstStyle/>
        <a:p>
          <a:endParaRPr lang="en-GB"/>
        </a:p>
      </dgm:t>
    </dgm:pt>
    <dgm:pt modelId="{DDB9D8BE-79B9-754B-A2D5-87939DBF24D5}">
      <dgm:prSet phldrT="[Text]"/>
      <dgm:spPr/>
      <dgm:t>
        <a:bodyPr/>
        <a:lstStyle/>
        <a:p>
          <a:pPr>
            <a:lnSpc>
              <a:spcPct val="100000"/>
            </a:lnSpc>
          </a:pPr>
          <a:r>
            <a:rPr lang="en-GB" baseline="0" dirty="0"/>
            <a:t>MCP Servers</a:t>
          </a:r>
        </a:p>
      </dgm:t>
    </dgm:pt>
    <dgm:pt modelId="{25721D06-C1E2-C442-8BA4-B196E0C46D7E}" type="parTrans" cxnId="{9676059B-440D-854B-ACDC-3FEDA7F5EAD6}">
      <dgm:prSet/>
      <dgm:spPr/>
      <dgm:t>
        <a:bodyPr/>
        <a:lstStyle/>
        <a:p>
          <a:endParaRPr lang="en-GB"/>
        </a:p>
      </dgm:t>
    </dgm:pt>
    <dgm:pt modelId="{A2F3022A-D443-EC4D-B8BE-6F6947ED091D}" type="sibTrans" cxnId="{9676059B-440D-854B-ACDC-3FEDA7F5EAD6}">
      <dgm:prSet/>
      <dgm:spPr/>
      <dgm:t>
        <a:bodyPr/>
        <a:lstStyle/>
        <a:p>
          <a:endParaRPr lang="en-GB"/>
        </a:p>
      </dgm:t>
    </dgm:pt>
    <dgm:pt modelId="{8EC15937-2E8B-E442-A129-2C1998BEDD96}">
      <dgm:prSet phldrT="[Text]"/>
      <dgm:spPr/>
      <dgm:t>
        <a:bodyPr/>
        <a:lstStyle/>
        <a:p>
          <a:pPr>
            <a:lnSpc>
              <a:spcPct val="100000"/>
            </a:lnSpc>
          </a:pPr>
          <a:r>
            <a:rPr lang="en-GB" baseline="0" dirty="0"/>
            <a:t>A2A Servers</a:t>
          </a:r>
        </a:p>
        <a:p>
          <a:pPr>
            <a:lnSpc>
              <a:spcPct val="100000"/>
            </a:lnSpc>
          </a:pPr>
          <a:r>
            <a:rPr lang="en-GB" baseline="0" dirty="0"/>
            <a:t>Semantic Cache</a:t>
          </a:r>
        </a:p>
        <a:p>
          <a:pPr>
            <a:lnSpc>
              <a:spcPct val="100000"/>
            </a:lnSpc>
          </a:pPr>
          <a:r>
            <a:rPr lang="en-GB" baseline="0" dirty="0"/>
            <a:t> RAG Search</a:t>
          </a:r>
        </a:p>
      </dgm:t>
    </dgm:pt>
    <dgm:pt modelId="{07B6E5AE-77BC-3F4C-AAA2-D38C54A72CAA}" type="parTrans" cxnId="{F2C5351A-2DAF-C047-BFD0-818F4151568B}">
      <dgm:prSet/>
      <dgm:spPr/>
      <dgm:t>
        <a:bodyPr/>
        <a:lstStyle/>
        <a:p>
          <a:endParaRPr lang="en-GB"/>
        </a:p>
      </dgm:t>
    </dgm:pt>
    <dgm:pt modelId="{E2E182B7-4BEE-BA41-BE4F-B23F3363E659}" type="sibTrans" cxnId="{F2C5351A-2DAF-C047-BFD0-818F4151568B}">
      <dgm:prSet/>
      <dgm:spPr/>
      <dgm:t>
        <a:bodyPr/>
        <a:lstStyle/>
        <a:p>
          <a:endParaRPr lang="en-GB"/>
        </a:p>
      </dgm:t>
    </dgm:pt>
    <dgm:pt modelId="{575251C6-125C-8B45-9A96-AE237AEB5361}">
      <dgm:prSet phldrT="[Text]"/>
      <dgm:spPr/>
      <dgm:t>
        <a:bodyPr/>
        <a:lstStyle/>
        <a:p>
          <a:pPr>
            <a:lnSpc>
              <a:spcPct val="100000"/>
            </a:lnSpc>
          </a:pPr>
          <a:endParaRPr lang="en-GB" baseline="0" dirty="0"/>
        </a:p>
      </dgm:t>
    </dgm:pt>
    <dgm:pt modelId="{99886951-7096-D54E-AD39-59F057141D38}" type="parTrans" cxnId="{EFCF32F9-8CE6-4645-B2E2-CB4E21225F58}">
      <dgm:prSet/>
      <dgm:spPr/>
      <dgm:t>
        <a:bodyPr/>
        <a:lstStyle/>
        <a:p>
          <a:endParaRPr lang="en-GB"/>
        </a:p>
      </dgm:t>
    </dgm:pt>
    <dgm:pt modelId="{35C87717-A04C-7443-81EE-B766385609E9}" type="sibTrans" cxnId="{EFCF32F9-8CE6-4645-B2E2-CB4E21225F58}">
      <dgm:prSet/>
      <dgm:spPr/>
      <dgm:t>
        <a:bodyPr/>
        <a:lstStyle/>
        <a:p>
          <a:endParaRPr lang="en-GB"/>
        </a:p>
      </dgm:t>
    </dgm:pt>
    <dgm:pt modelId="{922F4CC0-0CD3-410F-8C14-38A1FE4F6E36}" type="pres">
      <dgm:prSet presAssocID="{2B6D44E3-A8F3-534D-9AE6-BCC57F01BFE0}" presName="root" presStyleCnt="0">
        <dgm:presLayoutVars>
          <dgm:dir/>
          <dgm:resizeHandles val="exact"/>
        </dgm:presLayoutVars>
      </dgm:prSet>
      <dgm:spPr/>
    </dgm:pt>
    <dgm:pt modelId="{55FB6F42-1A1E-492A-BFB0-E7171AB15CF0}" type="pres">
      <dgm:prSet presAssocID="{26A22851-99F8-DA41-A1D7-65E4C8FA54A2}" presName="compNode" presStyleCnt="0"/>
      <dgm:spPr/>
    </dgm:pt>
    <dgm:pt modelId="{58C98419-5C9E-4F01-9E86-3D8FEA73456B}" type="pres">
      <dgm:prSet presAssocID="{26A22851-99F8-DA41-A1D7-65E4C8FA54A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ilter"/>
        </a:ext>
      </dgm:extLst>
    </dgm:pt>
    <dgm:pt modelId="{A0C01162-6B06-49B5-A384-9162AA310855}" type="pres">
      <dgm:prSet presAssocID="{26A22851-99F8-DA41-A1D7-65E4C8FA54A2}" presName="iconSpace" presStyleCnt="0"/>
      <dgm:spPr/>
    </dgm:pt>
    <dgm:pt modelId="{4ECC68B7-0C92-4DEB-B751-3B3EDE5ECD72}" type="pres">
      <dgm:prSet presAssocID="{26A22851-99F8-DA41-A1D7-65E4C8FA54A2}" presName="parTx" presStyleLbl="revTx" presStyleIdx="0" presStyleCnt="4">
        <dgm:presLayoutVars>
          <dgm:chMax val="0"/>
          <dgm:chPref val="0"/>
        </dgm:presLayoutVars>
      </dgm:prSet>
      <dgm:spPr/>
    </dgm:pt>
    <dgm:pt modelId="{EEC0BF4B-B0A1-452B-9ADB-8A0A7A6DEB98}" type="pres">
      <dgm:prSet presAssocID="{26A22851-99F8-DA41-A1D7-65E4C8FA54A2}" presName="txSpace" presStyleCnt="0"/>
      <dgm:spPr/>
    </dgm:pt>
    <dgm:pt modelId="{C8B6469E-0B53-4ABE-AC57-DEAA4E56DE3F}" type="pres">
      <dgm:prSet presAssocID="{26A22851-99F8-DA41-A1D7-65E4C8FA54A2}" presName="desTx" presStyleLbl="revTx" presStyleIdx="1" presStyleCnt="4">
        <dgm:presLayoutVars/>
      </dgm:prSet>
      <dgm:spPr/>
    </dgm:pt>
    <dgm:pt modelId="{CF4A5608-1E03-4372-BD79-3D93DFF7680C}" type="pres">
      <dgm:prSet presAssocID="{D0D01729-05E5-344D-905B-3505F1D45482}" presName="sibTrans" presStyleCnt="0"/>
      <dgm:spPr/>
    </dgm:pt>
    <dgm:pt modelId="{AC5371D1-AECD-4538-A43B-50C6D622BCFA}" type="pres">
      <dgm:prSet presAssocID="{50C15F2D-7851-294C-9410-92E7C7ED221C}" presName="compNode" presStyleCnt="0"/>
      <dgm:spPr/>
    </dgm:pt>
    <dgm:pt modelId="{CE4AFE87-28C1-4D77-990C-E01B8DBF0C73}" type="pres">
      <dgm:prSet presAssocID="{50C15F2D-7851-294C-9410-92E7C7ED221C}"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122282F5-7CC4-42D4-AC60-0C8EF59E2346}" type="pres">
      <dgm:prSet presAssocID="{50C15F2D-7851-294C-9410-92E7C7ED221C}" presName="iconSpace" presStyleCnt="0"/>
      <dgm:spPr/>
    </dgm:pt>
    <dgm:pt modelId="{D773E306-D33A-4158-A913-8D05828BC70B}" type="pres">
      <dgm:prSet presAssocID="{50C15F2D-7851-294C-9410-92E7C7ED221C}" presName="parTx" presStyleLbl="revTx" presStyleIdx="2" presStyleCnt="4">
        <dgm:presLayoutVars>
          <dgm:chMax val="0"/>
          <dgm:chPref val="0"/>
        </dgm:presLayoutVars>
      </dgm:prSet>
      <dgm:spPr/>
    </dgm:pt>
    <dgm:pt modelId="{EBB93108-82E1-4C37-B560-C8432F7DA45C}" type="pres">
      <dgm:prSet presAssocID="{50C15F2D-7851-294C-9410-92E7C7ED221C}" presName="txSpace" presStyleCnt="0"/>
      <dgm:spPr/>
    </dgm:pt>
    <dgm:pt modelId="{02054FEF-E5E9-48DA-BA99-ACF7FE53AE19}" type="pres">
      <dgm:prSet presAssocID="{50C15F2D-7851-294C-9410-92E7C7ED221C}" presName="desTx" presStyleLbl="revTx" presStyleIdx="3" presStyleCnt="4">
        <dgm:presLayoutVars/>
      </dgm:prSet>
      <dgm:spPr/>
    </dgm:pt>
  </dgm:ptLst>
  <dgm:cxnLst>
    <dgm:cxn modelId="{B5E56A01-1E38-CB45-8EE3-AEEE135175B1}" srcId="{26A22851-99F8-DA41-A1D7-65E4C8FA54A2}" destId="{01ED9CAB-1C94-4F4A-93F6-CCB83FA5CE72}" srcOrd="1" destOrd="0" parTransId="{E991470D-DA80-3D4D-A084-11A730F31B52}" sibTransId="{28228B66-B611-D243-983B-D0DE204660CC}"/>
    <dgm:cxn modelId="{F2C5351A-2DAF-C047-BFD0-818F4151568B}" srcId="{50C15F2D-7851-294C-9410-92E7C7ED221C}" destId="{8EC15937-2E8B-E442-A129-2C1998BEDD96}" srcOrd="2" destOrd="0" parTransId="{07B6E5AE-77BC-3F4C-AAA2-D38C54A72CAA}" sibTransId="{E2E182B7-4BEE-BA41-BE4F-B23F3363E659}"/>
    <dgm:cxn modelId="{C9BFEF25-E445-8A4E-9887-549D11786E5C}" type="presOf" srcId="{50C15F2D-7851-294C-9410-92E7C7ED221C}" destId="{D773E306-D33A-4158-A913-8D05828BC70B}" srcOrd="0" destOrd="0" presId="urn:microsoft.com/office/officeart/2018/2/layout/IconLabelDescriptionList"/>
    <dgm:cxn modelId="{EC6E0B46-BDC6-9941-A094-8D20ABD9BF51}" srcId="{2B6D44E3-A8F3-534D-9AE6-BCC57F01BFE0}" destId="{50C15F2D-7851-294C-9410-92E7C7ED221C}" srcOrd="1" destOrd="0" parTransId="{5ADDC960-69CB-7845-8E65-3BFCBCCD9701}" sibTransId="{D723F74A-0ED7-374B-AA98-F171749B0BBF}"/>
    <dgm:cxn modelId="{5BAE3368-A6A6-1C43-AF19-113068852878}" type="presOf" srcId="{E8D96A7F-0D21-D042-9C48-D2CE13C30744}" destId="{C8B6469E-0B53-4ABE-AC57-DEAA4E56DE3F}" srcOrd="0" destOrd="0" presId="urn:microsoft.com/office/officeart/2018/2/layout/IconLabelDescriptionList"/>
    <dgm:cxn modelId="{E6546269-4E48-D844-9C1E-B5A64AF29A27}" srcId="{26A22851-99F8-DA41-A1D7-65E4C8FA54A2}" destId="{E8D96A7F-0D21-D042-9C48-D2CE13C30744}" srcOrd="0" destOrd="0" parTransId="{E70E60F9-ED5C-EB41-B432-34390986A2F1}" sibTransId="{BCD94E0F-C41F-5941-ABA2-4F80A8E16E2A}"/>
    <dgm:cxn modelId="{E5DC3B70-277B-AF48-B1B1-97E79A0D1F6D}" type="presOf" srcId="{DDB9D8BE-79B9-754B-A2D5-87939DBF24D5}" destId="{02054FEF-E5E9-48DA-BA99-ACF7FE53AE19}" srcOrd="0" destOrd="1" presId="urn:microsoft.com/office/officeart/2018/2/layout/IconLabelDescriptionList"/>
    <dgm:cxn modelId="{1306DA70-0BA1-F64A-9163-F16381C4D7F1}" type="presOf" srcId="{26A22851-99F8-DA41-A1D7-65E4C8FA54A2}" destId="{4ECC68B7-0C92-4DEB-B751-3B3EDE5ECD72}" srcOrd="0" destOrd="0" presId="urn:microsoft.com/office/officeart/2018/2/layout/IconLabelDescriptionList"/>
    <dgm:cxn modelId="{EFBD1851-5E1F-0946-83FA-CDE2270F9889}" type="presOf" srcId="{8EC15937-2E8B-E442-A129-2C1998BEDD96}" destId="{02054FEF-E5E9-48DA-BA99-ACF7FE53AE19}" srcOrd="0" destOrd="2" presId="urn:microsoft.com/office/officeart/2018/2/layout/IconLabelDescriptionList"/>
    <dgm:cxn modelId="{6D571955-5C27-1A42-9CF3-39F439F8B2D1}" srcId="{26A22851-99F8-DA41-A1D7-65E4C8FA54A2}" destId="{E2AD440B-563A-8046-9878-B65674334AA6}" srcOrd="3" destOrd="0" parTransId="{DCDFE2D0-73DA-B64A-B859-D77C00B3E8F2}" sibTransId="{49A12372-8346-4C49-9C1E-2C93C2312D02}"/>
    <dgm:cxn modelId="{BF21BB80-63DC-DF4E-AC74-FD412FC16142}" type="presOf" srcId="{E2AD440B-563A-8046-9878-B65674334AA6}" destId="{C8B6469E-0B53-4ABE-AC57-DEAA4E56DE3F}" srcOrd="0" destOrd="3" presId="urn:microsoft.com/office/officeart/2018/2/layout/IconLabelDescriptionList"/>
    <dgm:cxn modelId="{9676059B-440D-854B-ACDC-3FEDA7F5EAD6}" srcId="{50C15F2D-7851-294C-9410-92E7C7ED221C}" destId="{DDB9D8BE-79B9-754B-A2D5-87939DBF24D5}" srcOrd="1" destOrd="0" parTransId="{25721D06-C1E2-C442-8BA4-B196E0C46D7E}" sibTransId="{A2F3022A-D443-EC4D-B8BE-6F6947ED091D}"/>
    <dgm:cxn modelId="{08BCF5A8-3AA7-694B-9267-FB8DD3BC2FB1}" srcId="{2B6D44E3-A8F3-534D-9AE6-BCC57F01BFE0}" destId="{26A22851-99F8-DA41-A1D7-65E4C8FA54A2}" srcOrd="0" destOrd="0" parTransId="{7CCF761C-D51B-874B-823A-1452EC0F3E1D}" sibTransId="{D0D01729-05E5-344D-905B-3505F1D45482}"/>
    <dgm:cxn modelId="{6A7C74B7-DAAD-A84A-85B2-AE81D0C8CEFF}" type="presOf" srcId="{431113EF-E5EB-C940-A117-418C9A7A9440}" destId="{02054FEF-E5E9-48DA-BA99-ACF7FE53AE19}" srcOrd="0" destOrd="0" presId="urn:microsoft.com/office/officeart/2018/2/layout/IconLabelDescriptionList"/>
    <dgm:cxn modelId="{19E8A6BA-1C79-C647-995D-C4B435A1D492}" srcId="{50C15F2D-7851-294C-9410-92E7C7ED221C}" destId="{431113EF-E5EB-C940-A117-418C9A7A9440}" srcOrd="0" destOrd="0" parTransId="{AE12C6E6-78F7-5745-9B1F-284D45A6B884}" sibTransId="{E1EF311A-D534-5D4B-AFB0-1D8C8CFDB5FE}"/>
    <dgm:cxn modelId="{2B4432C7-7335-FB44-9B9B-77E0DE1FC990}" type="presOf" srcId="{575251C6-125C-8B45-9A96-AE237AEB5361}" destId="{02054FEF-E5E9-48DA-BA99-ACF7FE53AE19}" srcOrd="0" destOrd="3" presId="urn:microsoft.com/office/officeart/2018/2/layout/IconLabelDescriptionList"/>
    <dgm:cxn modelId="{503D20D5-1351-5F48-B8ED-7B5771FCFCFB}" type="presOf" srcId="{CA9C009C-8E3C-E94D-8F48-0D4B3812E025}" destId="{C8B6469E-0B53-4ABE-AC57-DEAA4E56DE3F}" srcOrd="0" destOrd="2" presId="urn:microsoft.com/office/officeart/2018/2/layout/IconLabelDescriptionList"/>
    <dgm:cxn modelId="{399A73D9-3ACA-EE48-8595-EF15375067FE}" type="presOf" srcId="{01ED9CAB-1C94-4F4A-93F6-CCB83FA5CE72}" destId="{C8B6469E-0B53-4ABE-AC57-DEAA4E56DE3F}" srcOrd="0" destOrd="1" presId="urn:microsoft.com/office/officeart/2018/2/layout/IconLabelDescriptionList"/>
    <dgm:cxn modelId="{964E46DC-AC01-A144-A0E8-C634BC2DAE2F}" type="presOf" srcId="{2B6D44E3-A8F3-534D-9AE6-BCC57F01BFE0}" destId="{922F4CC0-0CD3-410F-8C14-38A1FE4F6E36}" srcOrd="0" destOrd="0" presId="urn:microsoft.com/office/officeart/2018/2/layout/IconLabelDescriptionList"/>
    <dgm:cxn modelId="{D7C08DEB-B2C8-4E4B-8129-7E540293ACD1}" srcId="{26A22851-99F8-DA41-A1D7-65E4C8FA54A2}" destId="{CA9C009C-8E3C-E94D-8F48-0D4B3812E025}" srcOrd="2" destOrd="0" parTransId="{4B39B96D-C570-3741-8482-DCDDE44A09B3}" sibTransId="{B7E3BEED-15BE-8740-B6A1-A31DE3CCBF75}"/>
    <dgm:cxn modelId="{EFCF32F9-8CE6-4645-B2E2-CB4E21225F58}" srcId="{50C15F2D-7851-294C-9410-92E7C7ED221C}" destId="{575251C6-125C-8B45-9A96-AE237AEB5361}" srcOrd="3" destOrd="0" parTransId="{99886951-7096-D54E-AD39-59F057141D38}" sibTransId="{35C87717-A04C-7443-81EE-B766385609E9}"/>
    <dgm:cxn modelId="{68F7E663-8968-6645-B8C3-F6426D624628}" type="presParOf" srcId="{922F4CC0-0CD3-410F-8C14-38A1FE4F6E36}" destId="{55FB6F42-1A1E-492A-BFB0-E7171AB15CF0}" srcOrd="0" destOrd="0" presId="urn:microsoft.com/office/officeart/2018/2/layout/IconLabelDescriptionList"/>
    <dgm:cxn modelId="{8B0D0779-FE88-0541-8196-A6A2E7F7E7B2}" type="presParOf" srcId="{55FB6F42-1A1E-492A-BFB0-E7171AB15CF0}" destId="{58C98419-5C9E-4F01-9E86-3D8FEA73456B}" srcOrd="0" destOrd="0" presId="urn:microsoft.com/office/officeart/2018/2/layout/IconLabelDescriptionList"/>
    <dgm:cxn modelId="{DED313A5-5FC4-4540-A799-D6FF0012E5B6}" type="presParOf" srcId="{55FB6F42-1A1E-492A-BFB0-E7171AB15CF0}" destId="{A0C01162-6B06-49B5-A384-9162AA310855}" srcOrd="1" destOrd="0" presId="urn:microsoft.com/office/officeart/2018/2/layout/IconLabelDescriptionList"/>
    <dgm:cxn modelId="{6EB299EE-D171-804D-987B-C9301C138430}" type="presParOf" srcId="{55FB6F42-1A1E-492A-BFB0-E7171AB15CF0}" destId="{4ECC68B7-0C92-4DEB-B751-3B3EDE5ECD72}" srcOrd="2" destOrd="0" presId="urn:microsoft.com/office/officeart/2018/2/layout/IconLabelDescriptionList"/>
    <dgm:cxn modelId="{BD6C60BC-D6C2-AF44-B3A3-BE0E1C732177}" type="presParOf" srcId="{55FB6F42-1A1E-492A-BFB0-E7171AB15CF0}" destId="{EEC0BF4B-B0A1-452B-9ADB-8A0A7A6DEB98}" srcOrd="3" destOrd="0" presId="urn:microsoft.com/office/officeart/2018/2/layout/IconLabelDescriptionList"/>
    <dgm:cxn modelId="{248A4770-AF35-6C46-BAC2-6E81C328D490}" type="presParOf" srcId="{55FB6F42-1A1E-492A-BFB0-E7171AB15CF0}" destId="{C8B6469E-0B53-4ABE-AC57-DEAA4E56DE3F}" srcOrd="4" destOrd="0" presId="urn:microsoft.com/office/officeart/2018/2/layout/IconLabelDescriptionList"/>
    <dgm:cxn modelId="{5AADE5B2-BBBB-0E4C-BD67-ADEF92565700}" type="presParOf" srcId="{922F4CC0-0CD3-410F-8C14-38A1FE4F6E36}" destId="{CF4A5608-1E03-4372-BD79-3D93DFF7680C}" srcOrd="1" destOrd="0" presId="urn:microsoft.com/office/officeart/2018/2/layout/IconLabelDescriptionList"/>
    <dgm:cxn modelId="{6F9D3518-9898-4B45-99F5-55713F178880}" type="presParOf" srcId="{922F4CC0-0CD3-410F-8C14-38A1FE4F6E36}" destId="{AC5371D1-AECD-4538-A43B-50C6D622BCFA}" srcOrd="2" destOrd="0" presId="urn:microsoft.com/office/officeart/2018/2/layout/IconLabelDescriptionList"/>
    <dgm:cxn modelId="{CB36F472-2AED-D045-BE17-25CC61672A4B}" type="presParOf" srcId="{AC5371D1-AECD-4538-A43B-50C6D622BCFA}" destId="{CE4AFE87-28C1-4D77-990C-E01B8DBF0C73}" srcOrd="0" destOrd="0" presId="urn:microsoft.com/office/officeart/2018/2/layout/IconLabelDescriptionList"/>
    <dgm:cxn modelId="{095B499D-BF33-4743-964D-881C2F283A1F}" type="presParOf" srcId="{AC5371D1-AECD-4538-A43B-50C6D622BCFA}" destId="{122282F5-7CC4-42D4-AC60-0C8EF59E2346}" srcOrd="1" destOrd="0" presId="urn:microsoft.com/office/officeart/2018/2/layout/IconLabelDescriptionList"/>
    <dgm:cxn modelId="{DE613A52-D605-0D4C-8EBF-96A5B6128D03}" type="presParOf" srcId="{AC5371D1-AECD-4538-A43B-50C6D622BCFA}" destId="{D773E306-D33A-4158-A913-8D05828BC70B}" srcOrd="2" destOrd="0" presId="urn:microsoft.com/office/officeart/2018/2/layout/IconLabelDescriptionList"/>
    <dgm:cxn modelId="{4539CBB5-6EE8-5E49-8222-662A538C6784}" type="presParOf" srcId="{AC5371D1-AECD-4538-A43B-50C6D622BCFA}" destId="{EBB93108-82E1-4C37-B560-C8432F7DA45C}" srcOrd="3" destOrd="0" presId="urn:microsoft.com/office/officeart/2018/2/layout/IconLabelDescriptionList"/>
    <dgm:cxn modelId="{D6A1672B-145A-5044-A32A-02542A6AF9B5}" type="presParOf" srcId="{AC5371D1-AECD-4538-A43B-50C6D622BCFA}" destId="{02054FEF-E5E9-48DA-BA99-ACF7FE53AE19}"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B00843-8FF0-4D17-ADF0-248584EF2CD2}" type="doc">
      <dgm:prSet loTypeId="urn:microsoft.com/office/officeart/2005/8/layout/list1" loCatId="list" qsTypeId="urn:microsoft.com/office/officeart/2005/8/quickstyle/simple1" qsCatId="simple" csTypeId="urn:microsoft.com/office/officeart/2005/8/colors/accent0_3" csCatId="mainScheme"/>
      <dgm:spPr/>
      <dgm:t>
        <a:bodyPr/>
        <a:lstStyle/>
        <a:p>
          <a:endParaRPr lang="en-US"/>
        </a:p>
      </dgm:t>
    </dgm:pt>
    <dgm:pt modelId="{0C3EA84F-298B-4B90-8401-7D041D5D97D3}">
      <dgm:prSet/>
      <dgm:spPr/>
      <dgm:t>
        <a:bodyPr/>
        <a:lstStyle/>
        <a:p>
          <a:r>
            <a:rPr lang="en-US" b="0" i="0"/>
            <a:t>Components</a:t>
          </a:r>
          <a:endParaRPr lang="en-US"/>
        </a:p>
      </dgm:t>
    </dgm:pt>
    <dgm:pt modelId="{01B03FAD-9B5E-4175-B0CF-B5296ACF38E5}" type="parTrans" cxnId="{B45051BC-382E-4C3A-AFE5-2DD2B493C387}">
      <dgm:prSet/>
      <dgm:spPr/>
      <dgm:t>
        <a:bodyPr/>
        <a:lstStyle/>
        <a:p>
          <a:endParaRPr lang="en-US"/>
        </a:p>
      </dgm:t>
    </dgm:pt>
    <dgm:pt modelId="{010EC5EE-22C9-4396-9198-A417A83C077B}" type="sibTrans" cxnId="{B45051BC-382E-4C3A-AFE5-2DD2B493C387}">
      <dgm:prSet/>
      <dgm:spPr/>
      <dgm:t>
        <a:bodyPr/>
        <a:lstStyle/>
        <a:p>
          <a:endParaRPr lang="en-US"/>
        </a:p>
      </dgm:t>
    </dgm:pt>
    <dgm:pt modelId="{4FEBBFE0-EBAB-4350-81FF-36124E2FB1F7}">
      <dgm:prSet/>
      <dgm:spPr/>
      <dgm:t>
        <a:bodyPr/>
        <a:lstStyle/>
        <a:p>
          <a:r>
            <a:rPr lang="en-US" b="0" i="0"/>
            <a:t>Tools</a:t>
          </a:r>
          <a:endParaRPr lang="en-US"/>
        </a:p>
      </dgm:t>
    </dgm:pt>
    <dgm:pt modelId="{991D876E-B18C-4748-A430-8C365FD52631}" type="parTrans" cxnId="{4BD45A44-AC8E-482E-A85F-D0E9FDA265DD}">
      <dgm:prSet/>
      <dgm:spPr/>
      <dgm:t>
        <a:bodyPr/>
        <a:lstStyle/>
        <a:p>
          <a:endParaRPr lang="en-US"/>
        </a:p>
      </dgm:t>
    </dgm:pt>
    <dgm:pt modelId="{4B13C35A-E7AC-4DC1-8727-9443B60D2F32}" type="sibTrans" cxnId="{4BD45A44-AC8E-482E-A85F-D0E9FDA265DD}">
      <dgm:prSet/>
      <dgm:spPr/>
      <dgm:t>
        <a:bodyPr/>
        <a:lstStyle/>
        <a:p>
          <a:endParaRPr lang="en-US"/>
        </a:p>
      </dgm:t>
    </dgm:pt>
    <dgm:pt modelId="{A40D4D11-E076-4448-B810-95DAC8B1359B}">
      <dgm:prSet/>
      <dgm:spPr/>
      <dgm:t>
        <a:bodyPr/>
        <a:lstStyle/>
        <a:p>
          <a:r>
            <a:rPr lang="en-US" b="0" i="0"/>
            <a:t>Prompts</a:t>
          </a:r>
          <a:endParaRPr lang="en-US"/>
        </a:p>
      </dgm:t>
    </dgm:pt>
    <dgm:pt modelId="{090465BB-E7FF-4219-B950-8529B41CBC4A}" type="parTrans" cxnId="{33B3F84A-1829-4377-BE65-319A0D3EAE61}">
      <dgm:prSet/>
      <dgm:spPr/>
      <dgm:t>
        <a:bodyPr/>
        <a:lstStyle/>
        <a:p>
          <a:endParaRPr lang="en-US"/>
        </a:p>
      </dgm:t>
    </dgm:pt>
    <dgm:pt modelId="{094D0161-DD16-4678-B2AF-1E80C7E88EDD}" type="sibTrans" cxnId="{33B3F84A-1829-4377-BE65-319A0D3EAE61}">
      <dgm:prSet/>
      <dgm:spPr/>
      <dgm:t>
        <a:bodyPr/>
        <a:lstStyle/>
        <a:p>
          <a:endParaRPr lang="en-US"/>
        </a:p>
      </dgm:t>
    </dgm:pt>
    <dgm:pt modelId="{A9872FD5-1389-4797-BC42-4C222959CEE6}">
      <dgm:prSet/>
      <dgm:spPr/>
      <dgm:t>
        <a:bodyPr/>
        <a:lstStyle/>
        <a:p>
          <a:r>
            <a:rPr lang="en-US" b="0" i="0"/>
            <a:t>Resources</a:t>
          </a:r>
          <a:endParaRPr lang="en-US"/>
        </a:p>
      </dgm:t>
    </dgm:pt>
    <dgm:pt modelId="{C09EB549-14F8-412D-9313-474CBEA07882}" type="parTrans" cxnId="{C9A160A0-F203-46C0-8EC7-7419556A450A}">
      <dgm:prSet/>
      <dgm:spPr/>
      <dgm:t>
        <a:bodyPr/>
        <a:lstStyle/>
        <a:p>
          <a:endParaRPr lang="en-US"/>
        </a:p>
      </dgm:t>
    </dgm:pt>
    <dgm:pt modelId="{7C3A8003-468C-4332-87E6-AB6D325865BD}" type="sibTrans" cxnId="{C9A160A0-F203-46C0-8EC7-7419556A450A}">
      <dgm:prSet/>
      <dgm:spPr/>
      <dgm:t>
        <a:bodyPr/>
        <a:lstStyle/>
        <a:p>
          <a:endParaRPr lang="en-US"/>
        </a:p>
      </dgm:t>
    </dgm:pt>
    <dgm:pt modelId="{4BFE5596-0473-4158-8CBA-795EF112FD8E}">
      <dgm:prSet/>
      <dgm:spPr/>
      <dgm:t>
        <a:bodyPr/>
        <a:lstStyle/>
        <a:p>
          <a:r>
            <a:rPr lang="en-US" b="0" i="0"/>
            <a:t>Advanced Features</a:t>
          </a:r>
          <a:endParaRPr lang="en-US"/>
        </a:p>
      </dgm:t>
    </dgm:pt>
    <dgm:pt modelId="{1C266541-FED6-4025-9672-6489FD351AD2}" type="parTrans" cxnId="{08864542-2C4B-46B6-B49F-1C72437E9328}">
      <dgm:prSet/>
      <dgm:spPr/>
      <dgm:t>
        <a:bodyPr/>
        <a:lstStyle/>
        <a:p>
          <a:endParaRPr lang="en-US"/>
        </a:p>
      </dgm:t>
    </dgm:pt>
    <dgm:pt modelId="{B9F760F7-817C-48C6-9860-9DFBFB4E7F24}" type="sibTrans" cxnId="{08864542-2C4B-46B6-B49F-1C72437E9328}">
      <dgm:prSet/>
      <dgm:spPr/>
      <dgm:t>
        <a:bodyPr/>
        <a:lstStyle/>
        <a:p>
          <a:endParaRPr lang="en-US"/>
        </a:p>
      </dgm:t>
    </dgm:pt>
    <dgm:pt modelId="{6DE44808-EE95-449D-A354-346F37775227}">
      <dgm:prSet/>
      <dgm:spPr/>
      <dgm:t>
        <a:bodyPr/>
        <a:lstStyle/>
        <a:p>
          <a:r>
            <a:rPr lang="en-US" b="0" i="0"/>
            <a:t>Elicitation </a:t>
          </a:r>
          <a:endParaRPr lang="en-US"/>
        </a:p>
      </dgm:t>
    </dgm:pt>
    <dgm:pt modelId="{0BE770DA-A11B-4056-9ABC-9328BC61E5ED}" type="parTrans" cxnId="{7A9BF8F6-D1F5-42E5-96D1-428AFA802E9D}">
      <dgm:prSet/>
      <dgm:spPr/>
      <dgm:t>
        <a:bodyPr/>
        <a:lstStyle/>
        <a:p>
          <a:endParaRPr lang="en-US"/>
        </a:p>
      </dgm:t>
    </dgm:pt>
    <dgm:pt modelId="{9C54F63B-A555-43DD-8F63-1C2AA149B95B}" type="sibTrans" cxnId="{7A9BF8F6-D1F5-42E5-96D1-428AFA802E9D}">
      <dgm:prSet/>
      <dgm:spPr/>
      <dgm:t>
        <a:bodyPr/>
        <a:lstStyle/>
        <a:p>
          <a:endParaRPr lang="en-US"/>
        </a:p>
      </dgm:t>
    </dgm:pt>
    <dgm:pt modelId="{674AE168-3AC3-4F70-B8AD-15E9143EACAF}">
      <dgm:prSet/>
      <dgm:spPr/>
      <dgm:t>
        <a:bodyPr/>
        <a:lstStyle/>
        <a:p>
          <a:r>
            <a:rPr lang="en-US" b="0" i="0" dirty="0"/>
            <a:t>Sampling</a:t>
          </a:r>
          <a:endParaRPr lang="en-US" dirty="0"/>
        </a:p>
      </dgm:t>
    </dgm:pt>
    <dgm:pt modelId="{A42CC345-9B36-47D7-B588-BE90D9DAAB2D}" type="parTrans" cxnId="{2EF8D8A8-9BF4-4828-8ECA-CD480F097A84}">
      <dgm:prSet/>
      <dgm:spPr/>
      <dgm:t>
        <a:bodyPr/>
        <a:lstStyle/>
        <a:p>
          <a:endParaRPr lang="en-US"/>
        </a:p>
      </dgm:t>
    </dgm:pt>
    <dgm:pt modelId="{57AB8DE0-EC74-4197-B321-FD3286E9A2ED}" type="sibTrans" cxnId="{2EF8D8A8-9BF4-4828-8ECA-CD480F097A84}">
      <dgm:prSet/>
      <dgm:spPr/>
      <dgm:t>
        <a:bodyPr/>
        <a:lstStyle/>
        <a:p>
          <a:endParaRPr lang="en-US"/>
        </a:p>
      </dgm:t>
    </dgm:pt>
    <dgm:pt modelId="{5A9F2FE7-25D1-49E2-BD26-6000FDA2F375}">
      <dgm:prSet/>
      <dgm:spPr/>
      <dgm:t>
        <a:bodyPr/>
        <a:lstStyle/>
        <a:p>
          <a:r>
            <a:rPr lang="en-US" b="0" i="0"/>
            <a:t>Roots</a:t>
          </a:r>
          <a:endParaRPr lang="en-US"/>
        </a:p>
      </dgm:t>
    </dgm:pt>
    <dgm:pt modelId="{623283D2-95BF-4DDB-8F6F-1CEF703091C8}" type="parTrans" cxnId="{A9D23691-EBF3-422E-8F4D-B2F49BEFEFE9}">
      <dgm:prSet/>
      <dgm:spPr/>
      <dgm:t>
        <a:bodyPr/>
        <a:lstStyle/>
        <a:p>
          <a:endParaRPr lang="en-US"/>
        </a:p>
      </dgm:t>
    </dgm:pt>
    <dgm:pt modelId="{26EDEE41-1CE0-4C24-9ACC-5221A8A63817}" type="sibTrans" cxnId="{A9D23691-EBF3-422E-8F4D-B2F49BEFEFE9}">
      <dgm:prSet/>
      <dgm:spPr/>
      <dgm:t>
        <a:bodyPr/>
        <a:lstStyle/>
        <a:p>
          <a:endParaRPr lang="en-US"/>
        </a:p>
      </dgm:t>
    </dgm:pt>
    <dgm:pt modelId="{FD0645E1-E378-4D48-9926-30CB2366F8C0}" type="pres">
      <dgm:prSet presAssocID="{6AB00843-8FF0-4D17-ADF0-248584EF2CD2}" presName="linear" presStyleCnt="0">
        <dgm:presLayoutVars>
          <dgm:dir/>
          <dgm:animLvl val="lvl"/>
          <dgm:resizeHandles val="exact"/>
        </dgm:presLayoutVars>
      </dgm:prSet>
      <dgm:spPr/>
    </dgm:pt>
    <dgm:pt modelId="{E6C81841-929B-4C4F-9621-F7D7CAB43385}" type="pres">
      <dgm:prSet presAssocID="{0C3EA84F-298B-4B90-8401-7D041D5D97D3}" presName="parentLin" presStyleCnt="0"/>
      <dgm:spPr/>
    </dgm:pt>
    <dgm:pt modelId="{17B744A3-0D94-B24B-9977-3905783DDCD1}" type="pres">
      <dgm:prSet presAssocID="{0C3EA84F-298B-4B90-8401-7D041D5D97D3}" presName="parentLeftMargin" presStyleLbl="node1" presStyleIdx="0" presStyleCnt="2"/>
      <dgm:spPr/>
    </dgm:pt>
    <dgm:pt modelId="{4010F2DC-D76F-E842-B400-12826792E8C1}" type="pres">
      <dgm:prSet presAssocID="{0C3EA84F-298B-4B90-8401-7D041D5D97D3}" presName="parentText" presStyleLbl="node1" presStyleIdx="0" presStyleCnt="2">
        <dgm:presLayoutVars>
          <dgm:chMax val="0"/>
          <dgm:bulletEnabled val="1"/>
        </dgm:presLayoutVars>
      </dgm:prSet>
      <dgm:spPr/>
    </dgm:pt>
    <dgm:pt modelId="{21FAB023-C1CE-2F4B-8853-A8876D878364}" type="pres">
      <dgm:prSet presAssocID="{0C3EA84F-298B-4B90-8401-7D041D5D97D3}" presName="negativeSpace" presStyleCnt="0"/>
      <dgm:spPr/>
    </dgm:pt>
    <dgm:pt modelId="{5D86FC65-4883-5541-B476-2DD9C1F30A6C}" type="pres">
      <dgm:prSet presAssocID="{0C3EA84F-298B-4B90-8401-7D041D5D97D3}" presName="childText" presStyleLbl="conFgAcc1" presStyleIdx="0" presStyleCnt="2">
        <dgm:presLayoutVars>
          <dgm:bulletEnabled val="1"/>
        </dgm:presLayoutVars>
      </dgm:prSet>
      <dgm:spPr/>
    </dgm:pt>
    <dgm:pt modelId="{79E0CB03-BDF8-0748-8300-C293EFD90D87}" type="pres">
      <dgm:prSet presAssocID="{010EC5EE-22C9-4396-9198-A417A83C077B}" presName="spaceBetweenRectangles" presStyleCnt="0"/>
      <dgm:spPr/>
    </dgm:pt>
    <dgm:pt modelId="{AAC1314B-7A9D-B042-9B39-78A739102EEC}" type="pres">
      <dgm:prSet presAssocID="{4BFE5596-0473-4158-8CBA-795EF112FD8E}" presName="parentLin" presStyleCnt="0"/>
      <dgm:spPr/>
    </dgm:pt>
    <dgm:pt modelId="{DF689309-473D-1D4B-8D36-B45FA641BB32}" type="pres">
      <dgm:prSet presAssocID="{4BFE5596-0473-4158-8CBA-795EF112FD8E}" presName="parentLeftMargin" presStyleLbl="node1" presStyleIdx="0" presStyleCnt="2"/>
      <dgm:spPr/>
    </dgm:pt>
    <dgm:pt modelId="{C0BA1377-A21C-5144-A6EB-04CB9BBC2396}" type="pres">
      <dgm:prSet presAssocID="{4BFE5596-0473-4158-8CBA-795EF112FD8E}" presName="parentText" presStyleLbl="node1" presStyleIdx="1" presStyleCnt="2">
        <dgm:presLayoutVars>
          <dgm:chMax val="0"/>
          <dgm:bulletEnabled val="1"/>
        </dgm:presLayoutVars>
      </dgm:prSet>
      <dgm:spPr/>
    </dgm:pt>
    <dgm:pt modelId="{B2448147-F0AB-CF46-858A-703DC531F589}" type="pres">
      <dgm:prSet presAssocID="{4BFE5596-0473-4158-8CBA-795EF112FD8E}" presName="negativeSpace" presStyleCnt="0"/>
      <dgm:spPr/>
    </dgm:pt>
    <dgm:pt modelId="{7049AE28-607C-6341-88F3-D32AA3C079E3}" type="pres">
      <dgm:prSet presAssocID="{4BFE5596-0473-4158-8CBA-795EF112FD8E}" presName="childText" presStyleLbl="conFgAcc1" presStyleIdx="1" presStyleCnt="2">
        <dgm:presLayoutVars>
          <dgm:bulletEnabled val="1"/>
        </dgm:presLayoutVars>
      </dgm:prSet>
      <dgm:spPr/>
    </dgm:pt>
  </dgm:ptLst>
  <dgm:cxnLst>
    <dgm:cxn modelId="{09161820-C59B-FA4C-A3A8-7C667B392BCC}" type="presOf" srcId="{4FEBBFE0-EBAB-4350-81FF-36124E2FB1F7}" destId="{5D86FC65-4883-5541-B476-2DD9C1F30A6C}" srcOrd="0" destOrd="0" presId="urn:microsoft.com/office/officeart/2005/8/layout/list1"/>
    <dgm:cxn modelId="{403FA45D-5263-444A-A971-66B506374002}" type="presOf" srcId="{4BFE5596-0473-4158-8CBA-795EF112FD8E}" destId="{DF689309-473D-1D4B-8D36-B45FA641BB32}" srcOrd="0" destOrd="0" presId="urn:microsoft.com/office/officeart/2005/8/layout/list1"/>
    <dgm:cxn modelId="{B7FDBB61-D001-C247-A2F4-F15DA6DD0413}" type="presOf" srcId="{A9872FD5-1389-4797-BC42-4C222959CEE6}" destId="{5D86FC65-4883-5541-B476-2DD9C1F30A6C}" srcOrd="0" destOrd="2" presId="urn:microsoft.com/office/officeart/2005/8/layout/list1"/>
    <dgm:cxn modelId="{08864542-2C4B-46B6-B49F-1C72437E9328}" srcId="{6AB00843-8FF0-4D17-ADF0-248584EF2CD2}" destId="{4BFE5596-0473-4158-8CBA-795EF112FD8E}" srcOrd="1" destOrd="0" parTransId="{1C266541-FED6-4025-9672-6489FD351AD2}" sibTransId="{B9F760F7-817C-48C6-9860-9DFBFB4E7F24}"/>
    <dgm:cxn modelId="{0E71D342-0DB9-A147-B5A2-5C63E27D49B8}" type="presOf" srcId="{5A9F2FE7-25D1-49E2-BD26-6000FDA2F375}" destId="{7049AE28-607C-6341-88F3-D32AA3C079E3}" srcOrd="0" destOrd="2" presId="urn:microsoft.com/office/officeart/2005/8/layout/list1"/>
    <dgm:cxn modelId="{4BD45A44-AC8E-482E-A85F-D0E9FDA265DD}" srcId="{0C3EA84F-298B-4B90-8401-7D041D5D97D3}" destId="{4FEBBFE0-EBAB-4350-81FF-36124E2FB1F7}" srcOrd="0" destOrd="0" parTransId="{991D876E-B18C-4748-A430-8C365FD52631}" sibTransId="{4B13C35A-E7AC-4DC1-8727-9443B60D2F32}"/>
    <dgm:cxn modelId="{33B3F84A-1829-4377-BE65-319A0D3EAE61}" srcId="{0C3EA84F-298B-4B90-8401-7D041D5D97D3}" destId="{A40D4D11-E076-4448-B810-95DAC8B1359B}" srcOrd="1" destOrd="0" parTransId="{090465BB-E7FF-4219-B950-8529B41CBC4A}" sibTransId="{094D0161-DD16-4678-B2AF-1E80C7E88EDD}"/>
    <dgm:cxn modelId="{2E154B6F-1A93-2A42-B157-C771AC67B410}" type="presOf" srcId="{0C3EA84F-298B-4B90-8401-7D041D5D97D3}" destId="{4010F2DC-D76F-E842-B400-12826792E8C1}" srcOrd="1" destOrd="0" presId="urn:microsoft.com/office/officeart/2005/8/layout/list1"/>
    <dgm:cxn modelId="{2C3EBF75-61A0-7F4A-AAB5-7D1F829A7827}" type="presOf" srcId="{6DE44808-EE95-449D-A354-346F37775227}" destId="{7049AE28-607C-6341-88F3-D32AA3C079E3}" srcOrd="0" destOrd="0" presId="urn:microsoft.com/office/officeart/2005/8/layout/list1"/>
    <dgm:cxn modelId="{A2A7978B-09B3-7B41-B563-5F45A3E04554}" type="presOf" srcId="{A40D4D11-E076-4448-B810-95DAC8B1359B}" destId="{5D86FC65-4883-5541-B476-2DD9C1F30A6C}" srcOrd="0" destOrd="1" presId="urn:microsoft.com/office/officeart/2005/8/layout/list1"/>
    <dgm:cxn modelId="{2781D590-9ACF-2C45-BACF-E7676DF3CDC4}" type="presOf" srcId="{6AB00843-8FF0-4D17-ADF0-248584EF2CD2}" destId="{FD0645E1-E378-4D48-9926-30CB2366F8C0}" srcOrd="0" destOrd="0" presId="urn:microsoft.com/office/officeart/2005/8/layout/list1"/>
    <dgm:cxn modelId="{A9D23691-EBF3-422E-8F4D-B2F49BEFEFE9}" srcId="{4BFE5596-0473-4158-8CBA-795EF112FD8E}" destId="{5A9F2FE7-25D1-49E2-BD26-6000FDA2F375}" srcOrd="2" destOrd="0" parTransId="{623283D2-95BF-4DDB-8F6F-1CEF703091C8}" sibTransId="{26EDEE41-1CE0-4C24-9ACC-5221A8A63817}"/>
    <dgm:cxn modelId="{FBD8DE91-7855-434D-8E65-72C1F88FFFBA}" type="presOf" srcId="{674AE168-3AC3-4F70-B8AD-15E9143EACAF}" destId="{7049AE28-607C-6341-88F3-D32AA3C079E3}" srcOrd="0" destOrd="1" presId="urn:microsoft.com/office/officeart/2005/8/layout/list1"/>
    <dgm:cxn modelId="{C9A160A0-F203-46C0-8EC7-7419556A450A}" srcId="{0C3EA84F-298B-4B90-8401-7D041D5D97D3}" destId="{A9872FD5-1389-4797-BC42-4C222959CEE6}" srcOrd="2" destOrd="0" parTransId="{C09EB549-14F8-412D-9313-474CBEA07882}" sibTransId="{7C3A8003-468C-4332-87E6-AB6D325865BD}"/>
    <dgm:cxn modelId="{2EF8D8A8-9BF4-4828-8ECA-CD480F097A84}" srcId="{4BFE5596-0473-4158-8CBA-795EF112FD8E}" destId="{674AE168-3AC3-4F70-B8AD-15E9143EACAF}" srcOrd="1" destOrd="0" parTransId="{A42CC345-9B36-47D7-B588-BE90D9DAAB2D}" sibTransId="{57AB8DE0-EC74-4197-B321-FD3286E9A2ED}"/>
    <dgm:cxn modelId="{B45051BC-382E-4C3A-AFE5-2DD2B493C387}" srcId="{6AB00843-8FF0-4D17-ADF0-248584EF2CD2}" destId="{0C3EA84F-298B-4B90-8401-7D041D5D97D3}" srcOrd="0" destOrd="0" parTransId="{01B03FAD-9B5E-4175-B0CF-B5296ACF38E5}" sibTransId="{010EC5EE-22C9-4396-9198-A417A83C077B}"/>
    <dgm:cxn modelId="{B771B3BC-2CCE-304D-BA84-9AA3DFD9EE5E}" type="presOf" srcId="{4BFE5596-0473-4158-8CBA-795EF112FD8E}" destId="{C0BA1377-A21C-5144-A6EB-04CB9BBC2396}" srcOrd="1" destOrd="0" presId="urn:microsoft.com/office/officeart/2005/8/layout/list1"/>
    <dgm:cxn modelId="{21393BE0-3A34-0D4B-A518-82056F6CE9A1}" type="presOf" srcId="{0C3EA84F-298B-4B90-8401-7D041D5D97D3}" destId="{17B744A3-0D94-B24B-9977-3905783DDCD1}" srcOrd="0" destOrd="0" presId="urn:microsoft.com/office/officeart/2005/8/layout/list1"/>
    <dgm:cxn modelId="{7A9BF8F6-D1F5-42E5-96D1-428AFA802E9D}" srcId="{4BFE5596-0473-4158-8CBA-795EF112FD8E}" destId="{6DE44808-EE95-449D-A354-346F37775227}" srcOrd="0" destOrd="0" parTransId="{0BE770DA-A11B-4056-9ABC-9328BC61E5ED}" sibTransId="{9C54F63B-A555-43DD-8F63-1C2AA149B95B}"/>
    <dgm:cxn modelId="{397C2895-F56E-EE4D-ABF7-A4EEC0BD056D}" type="presParOf" srcId="{FD0645E1-E378-4D48-9926-30CB2366F8C0}" destId="{E6C81841-929B-4C4F-9621-F7D7CAB43385}" srcOrd="0" destOrd="0" presId="urn:microsoft.com/office/officeart/2005/8/layout/list1"/>
    <dgm:cxn modelId="{2041D425-A028-DF4B-8FC5-E3E8FF1F66FB}" type="presParOf" srcId="{E6C81841-929B-4C4F-9621-F7D7CAB43385}" destId="{17B744A3-0D94-B24B-9977-3905783DDCD1}" srcOrd="0" destOrd="0" presId="urn:microsoft.com/office/officeart/2005/8/layout/list1"/>
    <dgm:cxn modelId="{3C93E414-B8EF-9C41-BCDB-CB9ACC425C3C}" type="presParOf" srcId="{E6C81841-929B-4C4F-9621-F7D7CAB43385}" destId="{4010F2DC-D76F-E842-B400-12826792E8C1}" srcOrd="1" destOrd="0" presId="urn:microsoft.com/office/officeart/2005/8/layout/list1"/>
    <dgm:cxn modelId="{0B19803B-18EE-5448-AB75-15154156A1CF}" type="presParOf" srcId="{FD0645E1-E378-4D48-9926-30CB2366F8C0}" destId="{21FAB023-C1CE-2F4B-8853-A8876D878364}" srcOrd="1" destOrd="0" presId="urn:microsoft.com/office/officeart/2005/8/layout/list1"/>
    <dgm:cxn modelId="{8510F060-4AD7-FF45-B897-238C2B04202C}" type="presParOf" srcId="{FD0645E1-E378-4D48-9926-30CB2366F8C0}" destId="{5D86FC65-4883-5541-B476-2DD9C1F30A6C}" srcOrd="2" destOrd="0" presId="urn:microsoft.com/office/officeart/2005/8/layout/list1"/>
    <dgm:cxn modelId="{E8065C47-1D13-144D-9D6D-9B9E38ED23F5}" type="presParOf" srcId="{FD0645E1-E378-4D48-9926-30CB2366F8C0}" destId="{79E0CB03-BDF8-0748-8300-C293EFD90D87}" srcOrd="3" destOrd="0" presId="urn:microsoft.com/office/officeart/2005/8/layout/list1"/>
    <dgm:cxn modelId="{AB6B6450-E7A4-FA4C-922D-905411DACD41}" type="presParOf" srcId="{FD0645E1-E378-4D48-9926-30CB2366F8C0}" destId="{AAC1314B-7A9D-B042-9B39-78A739102EEC}" srcOrd="4" destOrd="0" presId="urn:microsoft.com/office/officeart/2005/8/layout/list1"/>
    <dgm:cxn modelId="{4857DBAA-5135-3546-AA35-0208FB1729A7}" type="presParOf" srcId="{AAC1314B-7A9D-B042-9B39-78A739102EEC}" destId="{DF689309-473D-1D4B-8D36-B45FA641BB32}" srcOrd="0" destOrd="0" presId="urn:microsoft.com/office/officeart/2005/8/layout/list1"/>
    <dgm:cxn modelId="{4AF0623F-FC1F-7443-8C73-A087FE09C6B2}" type="presParOf" srcId="{AAC1314B-7A9D-B042-9B39-78A739102EEC}" destId="{C0BA1377-A21C-5144-A6EB-04CB9BBC2396}" srcOrd="1" destOrd="0" presId="urn:microsoft.com/office/officeart/2005/8/layout/list1"/>
    <dgm:cxn modelId="{10281591-8C75-E14F-9458-8B23A3A9C0F4}" type="presParOf" srcId="{FD0645E1-E378-4D48-9926-30CB2366F8C0}" destId="{B2448147-F0AB-CF46-858A-703DC531F589}" srcOrd="5" destOrd="0" presId="urn:microsoft.com/office/officeart/2005/8/layout/list1"/>
    <dgm:cxn modelId="{A7A37452-2FDD-1B4B-A913-7E8D77DFD162}" type="presParOf" srcId="{FD0645E1-E378-4D48-9926-30CB2366F8C0}" destId="{7049AE28-607C-6341-88F3-D32AA3C079E3}"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EC267FA-62D4-44A0-A1C7-5212697C992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0885EE9-E6FC-46E3-8914-DA60151B1CD4}">
      <dgm:prSet/>
      <dgm:spPr/>
      <dgm:t>
        <a:bodyPr/>
        <a:lstStyle/>
        <a:p>
          <a:r>
            <a:rPr lang="en-IN" b="1"/>
            <a:t>Simple:</a:t>
          </a:r>
          <a:r>
            <a:rPr lang="en-IN"/>
            <a:t> Uses existing standards (HTTP, JSON-RPC, SSE).</a:t>
          </a:r>
          <a:endParaRPr lang="en-US"/>
        </a:p>
      </dgm:t>
    </dgm:pt>
    <dgm:pt modelId="{5C3A496B-B656-4D27-8501-8169C4DC4581}" type="parTrans" cxnId="{2CC09EB3-16F0-4D78-88C2-FBCB613D59D0}">
      <dgm:prSet/>
      <dgm:spPr/>
      <dgm:t>
        <a:bodyPr/>
        <a:lstStyle/>
        <a:p>
          <a:endParaRPr lang="en-US"/>
        </a:p>
      </dgm:t>
    </dgm:pt>
    <dgm:pt modelId="{1C194F10-AE47-458A-A60C-1730DC3F2E23}" type="sibTrans" cxnId="{2CC09EB3-16F0-4D78-88C2-FBCB613D59D0}">
      <dgm:prSet/>
      <dgm:spPr/>
      <dgm:t>
        <a:bodyPr/>
        <a:lstStyle/>
        <a:p>
          <a:endParaRPr lang="en-US"/>
        </a:p>
      </dgm:t>
    </dgm:pt>
    <dgm:pt modelId="{E26E7D1B-D43C-40F9-9964-52F379DDAA28}">
      <dgm:prSet/>
      <dgm:spPr/>
      <dgm:t>
        <a:bodyPr/>
        <a:lstStyle/>
        <a:p>
          <a:r>
            <a:rPr lang="en-IN" b="1"/>
            <a:t>Enterprise Ready:</a:t>
          </a:r>
          <a:r>
            <a:rPr lang="en-IN"/>
            <a:t> Focuses on Auth, Security, Privacy, Monitoring.</a:t>
          </a:r>
          <a:endParaRPr lang="en-US"/>
        </a:p>
      </dgm:t>
    </dgm:pt>
    <dgm:pt modelId="{B70B4ACC-110F-4653-A615-10AEA5EF1D01}" type="parTrans" cxnId="{DD62CCE3-C575-4DC1-9939-2E2F6D5C04CD}">
      <dgm:prSet/>
      <dgm:spPr/>
      <dgm:t>
        <a:bodyPr/>
        <a:lstStyle/>
        <a:p>
          <a:endParaRPr lang="en-US"/>
        </a:p>
      </dgm:t>
    </dgm:pt>
    <dgm:pt modelId="{90C355D9-EBE6-42CF-9193-C50F51864229}" type="sibTrans" cxnId="{DD62CCE3-C575-4DC1-9939-2E2F6D5C04CD}">
      <dgm:prSet/>
      <dgm:spPr/>
      <dgm:t>
        <a:bodyPr/>
        <a:lstStyle/>
        <a:p>
          <a:endParaRPr lang="en-US"/>
        </a:p>
      </dgm:t>
    </dgm:pt>
    <dgm:pt modelId="{6B38B154-248E-4C64-8D7B-B3FBEA7BE8DD}">
      <dgm:prSet/>
      <dgm:spPr/>
      <dgm:t>
        <a:bodyPr/>
        <a:lstStyle/>
        <a:p>
          <a:r>
            <a:rPr lang="en-IN" b="1"/>
            <a:t>Async First:</a:t>
          </a:r>
          <a:r>
            <a:rPr lang="en-IN"/>
            <a:t> Handles long-running tasks &amp; human-in-the-loop.</a:t>
          </a:r>
          <a:endParaRPr lang="en-US"/>
        </a:p>
      </dgm:t>
    </dgm:pt>
    <dgm:pt modelId="{512891FF-FD1E-4726-BA68-483D6CC11DBF}" type="parTrans" cxnId="{F6DCDD50-6862-48E6-BF83-9EE1A6D76118}">
      <dgm:prSet/>
      <dgm:spPr/>
      <dgm:t>
        <a:bodyPr/>
        <a:lstStyle/>
        <a:p>
          <a:endParaRPr lang="en-US"/>
        </a:p>
      </dgm:t>
    </dgm:pt>
    <dgm:pt modelId="{B2473A43-BC0B-4A32-9AB0-34D1B20CFE0E}" type="sibTrans" cxnId="{F6DCDD50-6862-48E6-BF83-9EE1A6D76118}">
      <dgm:prSet/>
      <dgm:spPr/>
      <dgm:t>
        <a:bodyPr/>
        <a:lstStyle/>
        <a:p>
          <a:endParaRPr lang="en-US"/>
        </a:p>
      </dgm:t>
    </dgm:pt>
    <dgm:pt modelId="{BBFA5830-2CAB-41F6-846C-FA7CC411CAB5}">
      <dgm:prSet/>
      <dgm:spPr/>
      <dgm:t>
        <a:bodyPr/>
        <a:lstStyle/>
        <a:p>
          <a:r>
            <a:rPr lang="en-IN" b="1"/>
            <a:t>Modality Agnostic:</a:t>
          </a:r>
          <a:r>
            <a:rPr lang="en-IN"/>
            <a:t> Supports Text, Files, Forms, Streams, etc.</a:t>
          </a:r>
          <a:endParaRPr lang="en-US"/>
        </a:p>
      </dgm:t>
    </dgm:pt>
    <dgm:pt modelId="{9087BBEA-74D0-48FD-B582-FC988C59D40D}" type="parTrans" cxnId="{52B0C64F-D9C8-4D87-9B85-5684FC1F9511}">
      <dgm:prSet/>
      <dgm:spPr/>
      <dgm:t>
        <a:bodyPr/>
        <a:lstStyle/>
        <a:p>
          <a:endParaRPr lang="en-US"/>
        </a:p>
      </dgm:t>
    </dgm:pt>
    <dgm:pt modelId="{FFBE5BBB-DF82-40DB-A00D-CB484E788178}" type="sibTrans" cxnId="{52B0C64F-D9C8-4D87-9B85-5684FC1F9511}">
      <dgm:prSet/>
      <dgm:spPr/>
      <dgm:t>
        <a:bodyPr/>
        <a:lstStyle/>
        <a:p>
          <a:endParaRPr lang="en-US"/>
        </a:p>
      </dgm:t>
    </dgm:pt>
    <dgm:pt modelId="{C3F39598-7594-4BE3-86E9-4000CB82E6E7}">
      <dgm:prSet/>
      <dgm:spPr/>
      <dgm:t>
        <a:bodyPr/>
        <a:lstStyle/>
        <a:p>
          <a:r>
            <a:rPr lang="en-IN" b="1"/>
            <a:t>Opaque Execution:</a:t>
          </a:r>
          <a:r>
            <a:rPr lang="en-IN"/>
            <a:t> Agents interact without sharing internal logic/tools.</a:t>
          </a:r>
          <a:endParaRPr lang="en-US"/>
        </a:p>
      </dgm:t>
    </dgm:pt>
    <dgm:pt modelId="{5D5633BD-B7BA-4781-B2F1-929A06774CDD}" type="parTrans" cxnId="{E5E25583-F0E8-401A-B358-A2B032E52799}">
      <dgm:prSet/>
      <dgm:spPr/>
      <dgm:t>
        <a:bodyPr/>
        <a:lstStyle/>
        <a:p>
          <a:endParaRPr lang="en-US"/>
        </a:p>
      </dgm:t>
    </dgm:pt>
    <dgm:pt modelId="{81CC449A-0FCA-40C1-8610-68D6B7B2F889}" type="sibTrans" cxnId="{E5E25583-F0E8-401A-B358-A2B032E52799}">
      <dgm:prSet/>
      <dgm:spPr/>
      <dgm:t>
        <a:bodyPr/>
        <a:lstStyle/>
        <a:p>
          <a:endParaRPr lang="en-US"/>
        </a:p>
      </dgm:t>
    </dgm:pt>
    <dgm:pt modelId="{C15A744B-B54A-3F44-87A1-20984B0487A9}" type="pres">
      <dgm:prSet presAssocID="{BEC267FA-62D4-44A0-A1C7-5212697C9927}" presName="linear" presStyleCnt="0">
        <dgm:presLayoutVars>
          <dgm:animLvl val="lvl"/>
          <dgm:resizeHandles val="exact"/>
        </dgm:presLayoutVars>
      </dgm:prSet>
      <dgm:spPr/>
    </dgm:pt>
    <dgm:pt modelId="{758885B2-547B-2645-A26D-E27330233486}" type="pres">
      <dgm:prSet presAssocID="{E0885EE9-E6FC-46E3-8914-DA60151B1CD4}" presName="parentText" presStyleLbl="node1" presStyleIdx="0" presStyleCnt="5">
        <dgm:presLayoutVars>
          <dgm:chMax val="0"/>
          <dgm:bulletEnabled val="1"/>
        </dgm:presLayoutVars>
      </dgm:prSet>
      <dgm:spPr/>
    </dgm:pt>
    <dgm:pt modelId="{CE757B4C-D4F4-5843-A4A2-FDBEE6273624}" type="pres">
      <dgm:prSet presAssocID="{1C194F10-AE47-458A-A60C-1730DC3F2E23}" presName="spacer" presStyleCnt="0"/>
      <dgm:spPr/>
    </dgm:pt>
    <dgm:pt modelId="{9BE70AC4-F964-BE4F-99E7-7590CDBAE656}" type="pres">
      <dgm:prSet presAssocID="{E26E7D1B-D43C-40F9-9964-52F379DDAA28}" presName="parentText" presStyleLbl="node1" presStyleIdx="1" presStyleCnt="5">
        <dgm:presLayoutVars>
          <dgm:chMax val="0"/>
          <dgm:bulletEnabled val="1"/>
        </dgm:presLayoutVars>
      </dgm:prSet>
      <dgm:spPr/>
    </dgm:pt>
    <dgm:pt modelId="{6C18D76E-9964-C141-9940-EAB7ABD0708D}" type="pres">
      <dgm:prSet presAssocID="{90C355D9-EBE6-42CF-9193-C50F51864229}" presName="spacer" presStyleCnt="0"/>
      <dgm:spPr/>
    </dgm:pt>
    <dgm:pt modelId="{16554C0D-39CA-494E-A478-57B592C97F9C}" type="pres">
      <dgm:prSet presAssocID="{6B38B154-248E-4C64-8D7B-B3FBEA7BE8DD}" presName="parentText" presStyleLbl="node1" presStyleIdx="2" presStyleCnt="5">
        <dgm:presLayoutVars>
          <dgm:chMax val="0"/>
          <dgm:bulletEnabled val="1"/>
        </dgm:presLayoutVars>
      </dgm:prSet>
      <dgm:spPr/>
    </dgm:pt>
    <dgm:pt modelId="{47E9302D-194E-BB47-9934-1C14BD4477DB}" type="pres">
      <dgm:prSet presAssocID="{B2473A43-BC0B-4A32-9AB0-34D1B20CFE0E}" presName="spacer" presStyleCnt="0"/>
      <dgm:spPr/>
    </dgm:pt>
    <dgm:pt modelId="{90C22CA7-15EF-584A-8A7C-7463234E1FBC}" type="pres">
      <dgm:prSet presAssocID="{BBFA5830-2CAB-41F6-846C-FA7CC411CAB5}" presName="parentText" presStyleLbl="node1" presStyleIdx="3" presStyleCnt="5">
        <dgm:presLayoutVars>
          <dgm:chMax val="0"/>
          <dgm:bulletEnabled val="1"/>
        </dgm:presLayoutVars>
      </dgm:prSet>
      <dgm:spPr/>
    </dgm:pt>
    <dgm:pt modelId="{B6A08B7B-C7A5-0540-A820-8BE3612A2110}" type="pres">
      <dgm:prSet presAssocID="{FFBE5BBB-DF82-40DB-A00D-CB484E788178}" presName="spacer" presStyleCnt="0"/>
      <dgm:spPr/>
    </dgm:pt>
    <dgm:pt modelId="{A278B061-953C-2A40-8A0B-5CEB1B2C611F}" type="pres">
      <dgm:prSet presAssocID="{C3F39598-7594-4BE3-86E9-4000CB82E6E7}" presName="parentText" presStyleLbl="node1" presStyleIdx="4" presStyleCnt="5">
        <dgm:presLayoutVars>
          <dgm:chMax val="0"/>
          <dgm:bulletEnabled val="1"/>
        </dgm:presLayoutVars>
      </dgm:prSet>
      <dgm:spPr/>
    </dgm:pt>
  </dgm:ptLst>
  <dgm:cxnLst>
    <dgm:cxn modelId="{81CF7E5E-2CB1-CA45-87B6-FEC1947CD35C}" type="presOf" srcId="{C3F39598-7594-4BE3-86E9-4000CB82E6E7}" destId="{A278B061-953C-2A40-8A0B-5CEB1B2C611F}" srcOrd="0" destOrd="0" presId="urn:microsoft.com/office/officeart/2005/8/layout/vList2"/>
    <dgm:cxn modelId="{52B0C64F-D9C8-4D87-9B85-5684FC1F9511}" srcId="{BEC267FA-62D4-44A0-A1C7-5212697C9927}" destId="{BBFA5830-2CAB-41F6-846C-FA7CC411CAB5}" srcOrd="3" destOrd="0" parTransId="{9087BBEA-74D0-48FD-B582-FC988C59D40D}" sibTransId="{FFBE5BBB-DF82-40DB-A00D-CB484E788178}"/>
    <dgm:cxn modelId="{F6DCDD50-6862-48E6-BF83-9EE1A6D76118}" srcId="{BEC267FA-62D4-44A0-A1C7-5212697C9927}" destId="{6B38B154-248E-4C64-8D7B-B3FBEA7BE8DD}" srcOrd="2" destOrd="0" parTransId="{512891FF-FD1E-4726-BA68-483D6CC11DBF}" sibTransId="{B2473A43-BC0B-4A32-9AB0-34D1B20CFE0E}"/>
    <dgm:cxn modelId="{90B82578-53EC-2743-B8BA-177F02ED8023}" type="presOf" srcId="{E0885EE9-E6FC-46E3-8914-DA60151B1CD4}" destId="{758885B2-547B-2645-A26D-E27330233486}" srcOrd="0" destOrd="0" presId="urn:microsoft.com/office/officeart/2005/8/layout/vList2"/>
    <dgm:cxn modelId="{6ADE8580-096C-F446-AF57-B3A3445CEDD9}" type="presOf" srcId="{E26E7D1B-D43C-40F9-9964-52F379DDAA28}" destId="{9BE70AC4-F964-BE4F-99E7-7590CDBAE656}" srcOrd="0" destOrd="0" presId="urn:microsoft.com/office/officeart/2005/8/layout/vList2"/>
    <dgm:cxn modelId="{E5E25583-F0E8-401A-B358-A2B032E52799}" srcId="{BEC267FA-62D4-44A0-A1C7-5212697C9927}" destId="{C3F39598-7594-4BE3-86E9-4000CB82E6E7}" srcOrd="4" destOrd="0" parTransId="{5D5633BD-B7BA-4781-B2F1-929A06774CDD}" sibTransId="{81CC449A-0FCA-40C1-8610-68D6B7B2F889}"/>
    <dgm:cxn modelId="{2CC09EB3-16F0-4D78-88C2-FBCB613D59D0}" srcId="{BEC267FA-62D4-44A0-A1C7-5212697C9927}" destId="{E0885EE9-E6FC-46E3-8914-DA60151B1CD4}" srcOrd="0" destOrd="0" parTransId="{5C3A496B-B656-4D27-8501-8169C4DC4581}" sibTransId="{1C194F10-AE47-458A-A60C-1730DC3F2E23}"/>
    <dgm:cxn modelId="{CDA69EDB-9B98-764B-B012-065759BF8C3E}" type="presOf" srcId="{BEC267FA-62D4-44A0-A1C7-5212697C9927}" destId="{C15A744B-B54A-3F44-87A1-20984B0487A9}" srcOrd="0" destOrd="0" presId="urn:microsoft.com/office/officeart/2005/8/layout/vList2"/>
    <dgm:cxn modelId="{DD62CCE3-C575-4DC1-9939-2E2F6D5C04CD}" srcId="{BEC267FA-62D4-44A0-A1C7-5212697C9927}" destId="{E26E7D1B-D43C-40F9-9964-52F379DDAA28}" srcOrd="1" destOrd="0" parTransId="{B70B4ACC-110F-4653-A615-10AEA5EF1D01}" sibTransId="{90C355D9-EBE6-42CF-9193-C50F51864229}"/>
    <dgm:cxn modelId="{FE9E34ED-2497-7047-B687-381A5E38535F}" type="presOf" srcId="{6B38B154-248E-4C64-8D7B-B3FBEA7BE8DD}" destId="{16554C0D-39CA-494E-A478-57B592C97F9C}" srcOrd="0" destOrd="0" presId="urn:microsoft.com/office/officeart/2005/8/layout/vList2"/>
    <dgm:cxn modelId="{1BDED9FE-7CC9-9843-8ABC-8B8932C370E5}" type="presOf" srcId="{BBFA5830-2CAB-41F6-846C-FA7CC411CAB5}" destId="{90C22CA7-15EF-584A-8A7C-7463234E1FBC}" srcOrd="0" destOrd="0" presId="urn:microsoft.com/office/officeart/2005/8/layout/vList2"/>
    <dgm:cxn modelId="{9CF22ACF-EB62-FA4A-9092-5CB5A0CB1BE3}" type="presParOf" srcId="{C15A744B-B54A-3F44-87A1-20984B0487A9}" destId="{758885B2-547B-2645-A26D-E27330233486}" srcOrd="0" destOrd="0" presId="urn:microsoft.com/office/officeart/2005/8/layout/vList2"/>
    <dgm:cxn modelId="{A73CFB33-DA40-A94E-8F8F-05C32F7AA962}" type="presParOf" srcId="{C15A744B-B54A-3F44-87A1-20984B0487A9}" destId="{CE757B4C-D4F4-5843-A4A2-FDBEE6273624}" srcOrd="1" destOrd="0" presId="urn:microsoft.com/office/officeart/2005/8/layout/vList2"/>
    <dgm:cxn modelId="{8C8CFC59-505C-E24C-89B5-D62580C98C9E}" type="presParOf" srcId="{C15A744B-B54A-3F44-87A1-20984B0487A9}" destId="{9BE70AC4-F964-BE4F-99E7-7590CDBAE656}" srcOrd="2" destOrd="0" presId="urn:microsoft.com/office/officeart/2005/8/layout/vList2"/>
    <dgm:cxn modelId="{EFA11501-661E-A545-AC40-F6A6E78FC6C1}" type="presParOf" srcId="{C15A744B-B54A-3F44-87A1-20984B0487A9}" destId="{6C18D76E-9964-C141-9940-EAB7ABD0708D}" srcOrd="3" destOrd="0" presId="urn:microsoft.com/office/officeart/2005/8/layout/vList2"/>
    <dgm:cxn modelId="{72495B63-F4FC-DE47-B7B6-E86C5FFA59B8}" type="presParOf" srcId="{C15A744B-B54A-3F44-87A1-20984B0487A9}" destId="{16554C0D-39CA-494E-A478-57B592C97F9C}" srcOrd="4" destOrd="0" presId="urn:microsoft.com/office/officeart/2005/8/layout/vList2"/>
    <dgm:cxn modelId="{5398F8F4-3B94-8B4A-9DF8-89AA203058B0}" type="presParOf" srcId="{C15A744B-B54A-3F44-87A1-20984B0487A9}" destId="{47E9302D-194E-BB47-9934-1C14BD4477DB}" srcOrd="5" destOrd="0" presId="urn:microsoft.com/office/officeart/2005/8/layout/vList2"/>
    <dgm:cxn modelId="{E74FA87E-82E9-0B4D-BC34-56722CBE02B7}" type="presParOf" srcId="{C15A744B-B54A-3F44-87A1-20984B0487A9}" destId="{90C22CA7-15EF-584A-8A7C-7463234E1FBC}" srcOrd="6" destOrd="0" presId="urn:microsoft.com/office/officeart/2005/8/layout/vList2"/>
    <dgm:cxn modelId="{52AF8C6C-4900-764C-B80D-F4363625EBC1}" type="presParOf" srcId="{C15A744B-B54A-3F44-87A1-20984B0487A9}" destId="{B6A08B7B-C7A5-0540-A820-8BE3612A2110}" srcOrd="7" destOrd="0" presId="urn:microsoft.com/office/officeart/2005/8/layout/vList2"/>
    <dgm:cxn modelId="{55504B6C-DF08-8246-BA6B-D55B2D587DC7}" type="presParOf" srcId="{C15A744B-B54A-3F44-87A1-20984B0487A9}" destId="{A278B061-953C-2A40-8A0B-5CEB1B2C611F}"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AAF593A-0F0A-4EA9-AA5C-B5B950E3957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2F49CE6-E149-4D6F-8404-0040EDF1C9ED}">
      <dgm:prSet/>
      <dgm:spPr/>
      <dgm:t>
        <a:bodyPr/>
        <a:lstStyle/>
        <a:p>
          <a:r>
            <a:rPr lang="en-US" b="0" i="0"/>
            <a:t>Prompt Injection</a:t>
          </a:r>
          <a:endParaRPr lang="en-US"/>
        </a:p>
      </dgm:t>
    </dgm:pt>
    <dgm:pt modelId="{56716E3D-0A03-42D3-9DFA-1C1C3A4091CD}" type="parTrans" cxnId="{3DEA469F-B131-4770-9435-6436AB98649F}">
      <dgm:prSet/>
      <dgm:spPr/>
      <dgm:t>
        <a:bodyPr/>
        <a:lstStyle/>
        <a:p>
          <a:endParaRPr lang="en-US"/>
        </a:p>
      </dgm:t>
    </dgm:pt>
    <dgm:pt modelId="{2CDE627D-E238-4E0D-B383-2892CF574507}" type="sibTrans" cxnId="{3DEA469F-B131-4770-9435-6436AB98649F}">
      <dgm:prSet/>
      <dgm:spPr/>
      <dgm:t>
        <a:bodyPr/>
        <a:lstStyle/>
        <a:p>
          <a:endParaRPr lang="en-US"/>
        </a:p>
      </dgm:t>
    </dgm:pt>
    <dgm:pt modelId="{5070CD3B-48B0-4B8C-A3A8-556974148959}">
      <dgm:prSet/>
      <dgm:spPr/>
      <dgm:t>
        <a:bodyPr/>
        <a:lstStyle/>
        <a:p>
          <a:r>
            <a:rPr lang="en-US" b="0" i="0"/>
            <a:t>Misconfigured or vulnerable tools</a:t>
          </a:r>
          <a:endParaRPr lang="en-US"/>
        </a:p>
      </dgm:t>
    </dgm:pt>
    <dgm:pt modelId="{C50867AE-5376-40DF-890E-F05D430F7E7C}" type="parTrans" cxnId="{8D0CBD29-8A8D-4871-8E10-516FA565277E}">
      <dgm:prSet/>
      <dgm:spPr/>
      <dgm:t>
        <a:bodyPr/>
        <a:lstStyle/>
        <a:p>
          <a:endParaRPr lang="en-US"/>
        </a:p>
      </dgm:t>
    </dgm:pt>
    <dgm:pt modelId="{36129491-14AF-42AE-B069-619DC29407DE}" type="sibTrans" cxnId="{8D0CBD29-8A8D-4871-8E10-516FA565277E}">
      <dgm:prSet/>
      <dgm:spPr/>
      <dgm:t>
        <a:bodyPr/>
        <a:lstStyle/>
        <a:p>
          <a:endParaRPr lang="en-US"/>
        </a:p>
      </dgm:t>
    </dgm:pt>
    <dgm:pt modelId="{5629AA49-17BF-4241-BA53-08FB1CD84EE3}">
      <dgm:prSet/>
      <dgm:spPr/>
      <dgm:t>
        <a:bodyPr/>
        <a:lstStyle/>
        <a:p>
          <a:r>
            <a:rPr lang="en-US" b="0" i="0"/>
            <a:t>Unsecured Code Interpreters</a:t>
          </a:r>
          <a:endParaRPr lang="en-US"/>
        </a:p>
      </dgm:t>
    </dgm:pt>
    <dgm:pt modelId="{8AFA2BD9-7795-47E5-9914-91F084FA9BB2}" type="parTrans" cxnId="{DD54F1D0-F5C1-4BD4-A2DE-2281F092AD09}">
      <dgm:prSet/>
      <dgm:spPr/>
      <dgm:t>
        <a:bodyPr/>
        <a:lstStyle/>
        <a:p>
          <a:endParaRPr lang="en-US"/>
        </a:p>
      </dgm:t>
    </dgm:pt>
    <dgm:pt modelId="{EB264BDC-1B6D-47CF-9B17-45F051BAAF8A}" type="sibTrans" cxnId="{DD54F1D0-F5C1-4BD4-A2DE-2281F092AD09}">
      <dgm:prSet/>
      <dgm:spPr/>
      <dgm:t>
        <a:bodyPr/>
        <a:lstStyle/>
        <a:p>
          <a:endParaRPr lang="en-US"/>
        </a:p>
      </dgm:t>
    </dgm:pt>
    <dgm:pt modelId="{060D4BA6-AC81-409B-888A-CA855EA11FAC}">
      <dgm:prSet/>
      <dgm:spPr/>
      <dgm:t>
        <a:bodyPr/>
        <a:lstStyle/>
        <a:p>
          <a:r>
            <a:rPr lang="en-US" b="0" i="0"/>
            <a:t>Credential Leakage</a:t>
          </a:r>
          <a:endParaRPr lang="en-US"/>
        </a:p>
      </dgm:t>
    </dgm:pt>
    <dgm:pt modelId="{24DAC719-7C7C-45FE-9387-C02AB3FA9D36}" type="parTrans" cxnId="{A2CC9FCD-792A-484B-A80B-D769B21AC443}">
      <dgm:prSet/>
      <dgm:spPr/>
      <dgm:t>
        <a:bodyPr/>
        <a:lstStyle/>
        <a:p>
          <a:endParaRPr lang="en-US"/>
        </a:p>
      </dgm:t>
    </dgm:pt>
    <dgm:pt modelId="{779DD2B2-7C14-4AC4-BDB4-BF5DCA38724D}" type="sibTrans" cxnId="{A2CC9FCD-792A-484B-A80B-D769B21AC443}">
      <dgm:prSet/>
      <dgm:spPr/>
      <dgm:t>
        <a:bodyPr/>
        <a:lstStyle/>
        <a:p>
          <a:endParaRPr lang="en-US"/>
        </a:p>
      </dgm:t>
    </dgm:pt>
    <dgm:pt modelId="{4E9A6428-3E14-4DEB-81C7-FE7B8F99B76C}">
      <dgm:prSet/>
      <dgm:spPr/>
      <dgm:t>
        <a:bodyPr/>
        <a:lstStyle/>
        <a:p>
          <a:r>
            <a:rPr lang="en-US" b="0" i="0"/>
            <a:t>Agent Communication Poisioning </a:t>
          </a:r>
          <a:endParaRPr lang="en-US"/>
        </a:p>
      </dgm:t>
    </dgm:pt>
    <dgm:pt modelId="{3D1BD87A-A8EF-463E-A6AA-19598C4E336D}" type="parTrans" cxnId="{EF049553-F5A6-45D4-9116-C786F23EC962}">
      <dgm:prSet/>
      <dgm:spPr/>
      <dgm:t>
        <a:bodyPr/>
        <a:lstStyle/>
        <a:p>
          <a:endParaRPr lang="en-US"/>
        </a:p>
      </dgm:t>
    </dgm:pt>
    <dgm:pt modelId="{358983F5-318E-4FE2-BC1A-862578CCDEAD}" type="sibTrans" cxnId="{EF049553-F5A6-45D4-9116-C786F23EC962}">
      <dgm:prSet/>
      <dgm:spPr/>
      <dgm:t>
        <a:bodyPr/>
        <a:lstStyle/>
        <a:p>
          <a:endParaRPr lang="en-US"/>
        </a:p>
      </dgm:t>
    </dgm:pt>
    <dgm:pt modelId="{6E3A66EB-D1E3-417A-B030-B1E7F99B314E}">
      <dgm:prSet/>
      <dgm:spPr/>
      <dgm:t>
        <a:bodyPr/>
        <a:lstStyle/>
        <a:p>
          <a:r>
            <a:rPr lang="en-US" b="0" i="0"/>
            <a:t>Resource Overload</a:t>
          </a:r>
          <a:endParaRPr lang="en-US"/>
        </a:p>
      </dgm:t>
    </dgm:pt>
    <dgm:pt modelId="{30FF0F19-20A0-4E18-A339-4417A7A09D93}" type="parTrans" cxnId="{43AC0CA7-E559-4E9B-BE8C-2FA8DBE576EC}">
      <dgm:prSet/>
      <dgm:spPr/>
      <dgm:t>
        <a:bodyPr/>
        <a:lstStyle/>
        <a:p>
          <a:endParaRPr lang="en-US"/>
        </a:p>
      </dgm:t>
    </dgm:pt>
    <dgm:pt modelId="{CAA22822-898C-4E87-9E3F-7D817A3D5056}" type="sibTrans" cxnId="{43AC0CA7-E559-4E9B-BE8C-2FA8DBE576EC}">
      <dgm:prSet/>
      <dgm:spPr/>
      <dgm:t>
        <a:bodyPr/>
        <a:lstStyle/>
        <a:p>
          <a:endParaRPr lang="en-US"/>
        </a:p>
      </dgm:t>
    </dgm:pt>
    <dgm:pt modelId="{00ABBBC6-C339-4965-BFD7-D6214317C6C0}" type="pres">
      <dgm:prSet presAssocID="{5AAF593A-0F0A-4EA9-AA5C-B5B950E39572}" presName="root" presStyleCnt="0">
        <dgm:presLayoutVars>
          <dgm:dir/>
          <dgm:resizeHandles val="exact"/>
        </dgm:presLayoutVars>
      </dgm:prSet>
      <dgm:spPr/>
    </dgm:pt>
    <dgm:pt modelId="{8354DE9F-68D5-4D31-932B-C6099BA8A5CC}" type="pres">
      <dgm:prSet presAssocID="{A2F49CE6-E149-4D6F-8404-0040EDF1C9ED}" presName="compNode" presStyleCnt="0"/>
      <dgm:spPr/>
    </dgm:pt>
    <dgm:pt modelId="{AFC43E75-FAD6-40A7-BA5A-83621A4EF348}" type="pres">
      <dgm:prSet presAssocID="{A2F49CE6-E149-4D6F-8404-0040EDF1C9ED}" presName="bgRect" presStyleLbl="bgShp" presStyleIdx="0" presStyleCnt="6"/>
      <dgm:spPr/>
    </dgm:pt>
    <dgm:pt modelId="{6B18F495-1B88-4EB3-B2F7-162316C0E2C9}" type="pres">
      <dgm:prSet presAssocID="{A2F49CE6-E149-4D6F-8404-0040EDF1C9ED}"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edle"/>
        </a:ext>
      </dgm:extLst>
    </dgm:pt>
    <dgm:pt modelId="{FA499D25-5E8C-4D65-96A3-5F66C7ECDC49}" type="pres">
      <dgm:prSet presAssocID="{A2F49CE6-E149-4D6F-8404-0040EDF1C9ED}" presName="spaceRect" presStyleCnt="0"/>
      <dgm:spPr/>
    </dgm:pt>
    <dgm:pt modelId="{50C4C6AE-EE98-49F1-AF5E-FAD240FCE90C}" type="pres">
      <dgm:prSet presAssocID="{A2F49CE6-E149-4D6F-8404-0040EDF1C9ED}" presName="parTx" presStyleLbl="revTx" presStyleIdx="0" presStyleCnt="6">
        <dgm:presLayoutVars>
          <dgm:chMax val="0"/>
          <dgm:chPref val="0"/>
        </dgm:presLayoutVars>
      </dgm:prSet>
      <dgm:spPr/>
    </dgm:pt>
    <dgm:pt modelId="{30B5AA86-6400-4054-929E-3FC350E98D7A}" type="pres">
      <dgm:prSet presAssocID="{2CDE627D-E238-4E0D-B383-2892CF574507}" presName="sibTrans" presStyleCnt="0"/>
      <dgm:spPr/>
    </dgm:pt>
    <dgm:pt modelId="{80AC4CF2-1366-4AF0-A068-3D9B665F97E1}" type="pres">
      <dgm:prSet presAssocID="{5070CD3B-48B0-4B8C-A3A8-556974148959}" presName="compNode" presStyleCnt="0"/>
      <dgm:spPr/>
    </dgm:pt>
    <dgm:pt modelId="{CC012B75-63F6-4666-A895-3161A69C4AEB}" type="pres">
      <dgm:prSet presAssocID="{5070CD3B-48B0-4B8C-A3A8-556974148959}" presName="bgRect" presStyleLbl="bgShp" presStyleIdx="1" presStyleCnt="6"/>
      <dgm:spPr/>
    </dgm:pt>
    <dgm:pt modelId="{68C7F598-9C7E-4877-BE34-C1EEAC8B47F1}" type="pres">
      <dgm:prSet presAssocID="{5070CD3B-48B0-4B8C-A3A8-55697414895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5064A63F-F54B-4BD4-9A2D-E816ED3DEBEF}" type="pres">
      <dgm:prSet presAssocID="{5070CD3B-48B0-4B8C-A3A8-556974148959}" presName="spaceRect" presStyleCnt="0"/>
      <dgm:spPr/>
    </dgm:pt>
    <dgm:pt modelId="{6B8AD43E-C1C0-4442-8B2C-80AB73579C0E}" type="pres">
      <dgm:prSet presAssocID="{5070CD3B-48B0-4B8C-A3A8-556974148959}" presName="parTx" presStyleLbl="revTx" presStyleIdx="1" presStyleCnt="6">
        <dgm:presLayoutVars>
          <dgm:chMax val="0"/>
          <dgm:chPref val="0"/>
        </dgm:presLayoutVars>
      </dgm:prSet>
      <dgm:spPr/>
    </dgm:pt>
    <dgm:pt modelId="{AA076AF1-3F1E-408A-A12F-C25CC8E8FFAA}" type="pres">
      <dgm:prSet presAssocID="{36129491-14AF-42AE-B069-619DC29407DE}" presName="sibTrans" presStyleCnt="0"/>
      <dgm:spPr/>
    </dgm:pt>
    <dgm:pt modelId="{AB3ECD53-251D-4E3D-9D92-198658462CCB}" type="pres">
      <dgm:prSet presAssocID="{5629AA49-17BF-4241-BA53-08FB1CD84EE3}" presName="compNode" presStyleCnt="0"/>
      <dgm:spPr/>
    </dgm:pt>
    <dgm:pt modelId="{BE6EBAE9-ACF6-46FE-8E09-AD42815B5399}" type="pres">
      <dgm:prSet presAssocID="{5629AA49-17BF-4241-BA53-08FB1CD84EE3}" presName="bgRect" presStyleLbl="bgShp" presStyleIdx="2" presStyleCnt="6"/>
      <dgm:spPr/>
    </dgm:pt>
    <dgm:pt modelId="{35C11CA8-9A05-4DD8-8E42-A5DB9A81C436}" type="pres">
      <dgm:prSet presAssocID="{5629AA49-17BF-4241-BA53-08FB1CD84EE3}"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cument"/>
        </a:ext>
      </dgm:extLst>
    </dgm:pt>
    <dgm:pt modelId="{C07A8B1A-E282-45B2-9ADE-F230DBF78538}" type="pres">
      <dgm:prSet presAssocID="{5629AA49-17BF-4241-BA53-08FB1CD84EE3}" presName="spaceRect" presStyleCnt="0"/>
      <dgm:spPr/>
    </dgm:pt>
    <dgm:pt modelId="{CD963A82-9FEE-4D53-A20C-15672DDBD70D}" type="pres">
      <dgm:prSet presAssocID="{5629AA49-17BF-4241-BA53-08FB1CD84EE3}" presName="parTx" presStyleLbl="revTx" presStyleIdx="2" presStyleCnt="6">
        <dgm:presLayoutVars>
          <dgm:chMax val="0"/>
          <dgm:chPref val="0"/>
        </dgm:presLayoutVars>
      </dgm:prSet>
      <dgm:spPr/>
    </dgm:pt>
    <dgm:pt modelId="{5DBDC744-AE86-487F-BBB6-5B3DE0E16BFF}" type="pres">
      <dgm:prSet presAssocID="{EB264BDC-1B6D-47CF-9B17-45F051BAAF8A}" presName="sibTrans" presStyleCnt="0"/>
      <dgm:spPr/>
    </dgm:pt>
    <dgm:pt modelId="{A7228448-0264-4619-AF23-E63AB5112608}" type="pres">
      <dgm:prSet presAssocID="{060D4BA6-AC81-409B-888A-CA855EA11FAC}" presName="compNode" presStyleCnt="0"/>
      <dgm:spPr/>
    </dgm:pt>
    <dgm:pt modelId="{D78E337E-1A45-4C87-88CF-261E97060473}" type="pres">
      <dgm:prSet presAssocID="{060D4BA6-AC81-409B-888A-CA855EA11FAC}" presName="bgRect" presStyleLbl="bgShp" presStyleIdx="3" presStyleCnt="6"/>
      <dgm:spPr/>
    </dgm:pt>
    <dgm:pt modelId="{97F2CEA2-F5BD-41A1-8A4F-95A009241DCD}" type="pres">
      <dgm:prSet presAssocID="{060D4BA6-AC81-409B-888A-CA855EA11FAC}"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ploma"/>
        </a:ext>
      </dgm:extLst>
    </dgm:pt>
    <dgm:pt modelId="{A143AFED-4D3B-411E-804E-233B468226EF}" type="pres">
      <dgm:prSet presAssocID="{060D4BA6-AC81-409B-888A-CA855EA11FAC}" presName="spaceRect" presStyleCnt="0"/>
      <dgm:spPr/>
    </dgm:pt>
    <dgm:pt modelId="{D7BCAC18-33EE-427A-BBBB-461E02165A5C}" type="pres">
      <dgm:prSet presAssocID="{060D4BA6-AC81-409B-888A-CA855EA11FAC}" presName="parTx" presStyleLbl="revTx" presStyleIdx="3" presStyleCnt="6">
        <dgm:presLayoutVars>
          <dgm:chMax val="0"/>
          <dgm:chPref val="0"/>
        </dgm:presLayoutVars>
      </dgm:prSet>
      <dgm:spPr/>
    </dgm:pt>
    <dgm:pt modelId="{7CCC37A1-AD46-4A4D-9D5B-E0DEFAA3635D}" type="pres">
      <dgm:prSet presAssocID="{779DD2B2-7C14-4AC4-BDB4-BF5DCA38724D}" presName="sibTrans" presStyleCnt="0"/>
      <dgm:spPr/>
    </dgm:pt>
    <dgm:pt modelId="{76847355-8EAC-4FC2-B8DF-702D7CA3627B}" type="pres">
      <dgm:prSet presAssocID="{4E9A6428-3E14-4DEB-81C7-FE7B8F99B76C}" presName="compNode" presStyleCnt="0"/>
      <dgm:spPr/>
    </dgm:pt>
    <dgm:pt modelId="{E71E7174-922D-4B9D-A59F-9C7BBB530F13}" type="pres">
      <dgm:prSet presAssocID="{4E9A6428-3E14-4DEB-81C7-FE7B8F99B76C}" presName="bgRect" presStyleLbl="bgShp" presStyleIdx="4" presStyleCnt="6"/>
      <dgm:spPr/>
    </dgm:pt>
    <dgm:pt modelId="{D8047ED3-EF6C-41C0-8FD7-9BA1DE2DEB8C}" type="pres">
      <dgm:prSet presAssocID="{4E9A6428-3E14-4DEB-81C7-FE7B8F99B76C}"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at"/>
        </a:ext>
      </dgm:extLst>
    </dgm:pt>
    <dgm:pt modelId="{826CB9AB-DFAE-415A-BB06-CA3CCC35B33C}" type="pres">
      <dgm:prSet presAssocID="{4E9A6428-3E14-4DEB-81C7-FE7B8F99B76C}" presName="spaceRect" presStyleCnt="0"/>
      <dgm:spPr/>
    </dgm:pt>
    <dgm:pt modelId="{9A7E824F-5889-4C9A-98F8-BA20F0F495D6}" type="pres">
      <dgm:prSet presAssocID="{4E9A6428-3E14-4DEB-81C7-FE7B8F99B76C}" presName="parTx" presStyleLbl="revTx" presStyleIdx="4" presStyleCnt="6">
        <dgm:presLayoutVars>
          <dgm:chMax val="0"/>
          <dgm:chPref val="0"/>
        </dgm:presLayoutVars>
      </dgm:prSet>
      <dgm:spPr/>
    </dgm:pt>
    <dgm:pt modelId="{5E915484-CAF5-4EEF-A803-20B6AD0CBA7B}" type="pres">
      <dgm:prSet presAssocID="{358983F5-318E-4FE2-BC1A-862578CCDEAD}" presName="sibTrans" presStyleCnt="0"/>
      <dgm:spPr/>
    </dgm:pt>
    <dgm:pt modelId="{25102C1C-F359-40A0-8C20-28FBE400DA1E}" type="pres">
      <dgm:prSet presAssocID="{6E3A66EB-D1E3-417A-B030-B1E7F99B314E}" presName="compNode" presStyleCnt="0"/>
      <dgm:spPr/>
    </dgm:pt>
    <dgm:pt modelId="{036BEB46-1F54-4F9A-9EB9-03BEF5F8F845}" type="pres">
      <dgm:prSet presAssocID="{6E3A66EB-D1E3-417A-B030-B1E7F99B314E}" presName="bgRect" presStyleLbl="bgShp" presStyleIdx="5" presStyleCnt="6"/>
      <dgm:spPr/>
    </dgm:pt>
    <dgm:pt modelId="{347ECA31-C0CE-45EB-912F-3F5F3728E811}" type="pres">
      <dgm:prSet presAssocID="{6E3A66EB-D1E3-417A-B030-B1E7F99B314E}"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0DDCDD2E-7B67-42C6-9DF1-FA1C3ED2442B}" type="pres">
      <dgm:prSet presAssocID="{6E3A66EB-D1E3-417A-B030-B1E7F99B314E}" presName="spaceRect" presStyleCnt="0"/>
      <dgm:spPr/>
    </dgm:pt>
    <dgm:pt modelId="{18E97FEA-60D9-4EA4-9049-5206ACE43962}" type="pres">
      <dgm:prSet presAssocID="{6E3A66EB-D1E3-417A-B030-B1E7F99B314E}" presName="parTx" presStyleLbl="revTx" presStyleIdx="5" presStyleCnt="6">
        <dgm:presLayoutVars>
          <dgm:chMax val="0"/>
          <dgm:chPref val="0"/>
        </dgm:presLayoutVars>
      </dgm:prSet>
      <dgm:spPr/>
    </dgm:pt>
  </dgm:ptLst>
  <dgm:cxnLst>
    <dgm:cxn modelId="{B5DF4B14-2EC0-4F51-8819-7F1F7C9B9092}" type="presOf" srcId="{5070CD3B-48B0-4B8C-A3A8-556974148959}" destId="{6B8AD43E-C1C0-4442-8B2C-80AB73579C0E}" srcOrd="0" destOrd="0" presId="urn:microsoft.com/office/officeart/2018/2/layout/IconVerticalSolidList"/>
    <dgm:cxn modelId="{8D0CBD29-8A8D-4871-8E10-516FA565277E}" srcId="{5AAF593A-0F0A-4EA9-AA5C-B5B950E39572}" destId="{5070CD3B-48B0-4B8C-A3A8-556974148959}" srcOrd="1" destOrd="0" parTransId="{C50867AE-5376-40DF-890E-F05D430F7E7C}" sibTransId="{36129491-14AF-42AE-B069-619DC29407DE}"/>
    <dgm:cxn modelId="{E5B4E367-F39E-4C42-84EE-F8B2DDC95ACA}" type="presOf" srcId="{4E9A6428-3E14-4DEB-81C7-FE7B8F99B76C}" destId="{9A7E824F-5889-4C9A-98F8-BA20F0F495D6}" srcOrd="0" destOrd="0" presId="urn:microsoft.com/office/officeart/2018/2/layout/IconVerticalSolidList"/>
    <dgm:cxn modelId="{1D910C6C-D15B-4ADA-9746-8B28A31996CE}" type="presOf" srcId="{060D4BA6-AC81-409B-888A-CA855EA11FAC}" destId="{D7BCAC18-33EE-427A-BBBB-461E02165A5C}" srcOrd="0" destOrd="0" presId="urn:microsoft.com/office/officeart/2018/2/layout/IconVerticalSolidList"/>
    <dgm:cxn modelId="{EF049553-F5A6-45D4-9116-C786F23EC962}" srcId="{5AAF593A-0F0A-4EA9-AA5C-B5B950E39572}" destId="{4E9A6428-3E14-4DEB-81C7-FE7B8F99B76C}" srcOrd="4" destOrd="0" parTransId="{3D1BD87A-A8EF-463E-A6AA-19598C4E336D}" sibTransId="{358983F5-318E-4FE2-BC1A-862578CCDEAD}"/>
    <dgm:cxn modelId="{B42B1F78-02FC-4D07-8BDE-B4315DC648D7}" type="presOf" srcId="{5AAF593A-0F0A-4EA9-AA5C-B5B950E39572}" destId="{00ABBBC6-C339-4965-BFD7-D6214317C6C0}" srcOrd="0" destOrd="0" presId="urn:microsoft.com/office/officeart/2018/2/layout/IconVerticalSolidList"/>
    <dgm:cxn modelId="{00269D7F-3288-40BE-9996-4B824F58DB47}" type="presOf" srcId="{5629AA49-17BF-4241-BA53-08FB1CD84EE3}" destId="{CD963A82-9FEE-4D53-A20C-15672DDBD70D}" srcOrd="0" destOrd="0" presId="urn:microsoft.com/office/officeart/2018/2/layout/IconVerticalSolidList"/>
    <dgm:cxn modelId="{3DEA469F-B131-4770-9435-6436AB98649F}" srcId="{5AAF593A-0F0A-4EA9-AA5C-B5B950E39572}" destId="{A2F49CE6-E149-4D6F-8404-0040EDF1C9ED}" srcOrd="0" destOrd="0" parTransId="{56716E3D-0A03-42D3-9DFA-1C1C3A4091CD}" sibTransId="{2CDE627D-E238-4E0D-B383-2892CF574507}"/>
    <dgm:cxn modelId="{43AC0CA7-E559-4E9B-BE8C-2FA8DBE576EC}" srcId="{5AAF593A-0F0A-4EA9-AA5C-B5B950E39572}" destId="{6E3A66EB-D1E3-417A-B030-B1E7F99B314E}" srcOrd="5" destOrd="0" parTransId="{30FF0F19-20A0-4E18-A339-4417A7A09D93}" sibTransId="{CAA22822-898C-4E87-9E3F-7D817A3D5056}"/>
    <dgm:cxn modelId="{9889DAAD-5640-48C8-8D40-FC7D14D641EA}" type="presOf" srcId="{6E3A66EB-D1E3-417A-B030-B1E7F99B314E}" destId="{18E97FEA-60D9-4EA4-9049-5206ACE43962}" srcOrd="0" destOrd="0" presId="urn:microsoft.com/office/officeart/2018/2/layout/IconVerticalSolidList"/>
    <dgm:cxn modelId="{A2CC9FCD-792A-484B-A80B-D769B21AC443}" srcId="{5AAF593A-0F0A-4EA9-AA5C-B5B950E39572}" destId="{060D4BA6-AC81-409B-888A-CA855EA11FAC}" srcOrd="3" destOrd="0" parTransId="{24DAC719-7C7C-45FE-9387-C02AB3FA9D36}" sibTransId="{779DD2B2-7C14-4AC4-BDB4-BF5DCA38724D}"/>
    <dgm:cxn modelId="{DD54F1D0-F5C1-4BD4-A2DE-2281F092AD09}" srcId="{5AAF593A-0F0A-4EA9-AA5C-B5B950E39572}" destId="{5629AA49-17BF-4241-BA53-08FB1CD84EE3}" srcOrd="2" destOrd="0" parTransId="{8AFA2BD9-7795-47E5-9914-91F084FA9BB2}" sibTransId="{EB264BDC-1B6D-47CF-9B17-45F051BAAF8A}"/>
    <dgm:cxn modelId="{1C3E57FA-DA78-43B2-9088-FF47C3732761}" type="presOf" srcId="{A2F49CE6-E149-4D6F-8404-0040EDF1C9ED}" destId="{50C4C6AE-EE98-49F1-AF5E-FAD240FCE90C}" srcOrd="0" destOrd="0" presId="urn:microsoft.com/office/officeart/2018/2/layout/IconVerticalSolidList"/>
    <dgm:cxn modelId="{A661432B-23E6-4376-BBBA-737E09351546}" type="presParOf" srcId="{00ABBBC6-C339-4965-BFD7-D6214317C6C0}" destId="{8354DE9F-68D5-4D31-932B-C6099BA8A5CC}" srcOrd="0" destOrd="0" presId="urn:microsoft.com/office/officeart/2018/2/layout/IconVerticalSolidList"/>
    <dgm:cxn modelId="{A8197BDD-D88A-4155-9082-E7E5B655E484}" type="presParOf" srcId="{8354DE9F-68D5-4D31-932B-C6099BA8A5CC}" destId="{AFC43E75-FAD6-40A7-BA5A-83621A4EF348}" srcOrd="0" destOrd="0" presId="urn:microsoft.com/office/officeart/2018/2/layout/IconVerticalSolidList"/>
    <dgm:cxn modelId="{4EB086C3-8E10-46B9-8894-D8B3825136D0}" type="presParOf" srcId="{8354DE9F-68D5-4D31-932B-C6099BA8A5CC}" destId="{6B18F495-1B88-4EB3-B2F7-162316C0E2C9}" srcOrd="1" destOrd="0" presId="urn:microsoft.com/office/officeart/2018/2/layout/IconVerticalSolidList"/>
    <dgm:cxn modelId="{4B127EAE-BF3C-4795-A532-3CBDEAD8A0AF}" type="presParOf" srcId="{8354DE9F-68D5-4D31-932B-C6099BA8A5CC}" destId="{FA499D25-5E8C-4D65-96A3-5F66C7ECDC49}" srcOrd="2" destOrd="0" presId="urn:microsoft.com/office/officeart/2018/2/layout/IconVerticalSolidList"/>
    <dgm:cxn modelId="{B81C6729-17D3-49A2-87A5-AF972BD1B4DF}" type="presParOf" srcId="{8354DE9F-68D5-4D31-932B-C6099BA8A5CC}" destId="{50C4C6AE-EE98-49F1-AF5E-FAD240FCE90C}" srcOrd="3" destOrd="0" presId="urn:microsoft.com/office/officeart/2018/2/layout/IconVerticalSolidList"/>
    <dgm:cxn modelId="{C6AFFF80-8E14-46E3-91C1-6F3CA41344D9}" type="presParOf" srcId="{00ABBBC6-C339-4965-BFD7-D6214317C6C0}" destId="{30B5AA86-6400-4054-929E-3FC350E98D7A}" srcOrd="1" destOrd="0" presId="urn:microsoft.com/office/officeart/2018/2/layout/IconVerticalSolidList"/>
    <dgm:cxn modelId="{98CF2E5D-AA58-43E5-9566-87D363C9688E}" type="presParOf" srcId="{00ABBBC6-C339-4965-BFD7-D6214317C6C0}" destId="{80AC4CF2-1366-4AF0-A068-3D9B665F97E1}" srcOrd="2" destOrd="0" presId="urn:microsoft.com/office/officeart/2018/2/layout/IconVerticalSolidList"/>
    <dgm:cxn modelId="{DC78151A-7373-4BB0-9C5C-A8EFC203CB28}" type="presParOf" srcId="{80AC4CF2-1366-4AF0-A068-3D9B665F97E1}" destId="{CC012B75-63F6-4666-A895-3161A69C4AEB}" srcOrd="0" destOrd="0" presId="urn:microsoft.com/office/officeart/2018/2/layout/IconVerticalSolidList"/>
    <dgm:cxn modelId="{11C37B1E-B6DD-49F1-804C-AC7667C930D0}" type="presParOf" srcId="{80AC4CF2-1366-4AF0-A068-3D9B665F97E1}" destId="{68C7F598-9C7E-4877-BE34-C1EEAC8B47F1}" srcOrd="1" destOrd="0" presId="urn:microsoft.com/office/officeart/2018/2/layout/IconVerticalSolidList"/>
    <dgm:cxn modelId="{C39A27C1-1029-4DF8-A69E-B268393CB643}" type="presParOf" srcId="{80AC4CF2-1366-4AF0-A068-3D9B665F97E1}" destId="{5064A63F-F54B-4BD4-9A2D-E816ED3DEBEF}" srcOrd="2" destOrd="0" presId="urn:microsoft.com/office/officeart/2018/2/layout/IconVerticalSolidList"/>
    <dgm:cxn modelId="{8EC44756-8AD8-4BE4-9A70-04683ED2901D}" type="presParOf" srcId="{80AC4CF2-1366-4AF0-A068-3D9B665F97E1}" destId="{6B8AD43E-C1C0-4442-8B2C-80AB73579C0E}" srcOrd="3" destOrd="0" presId="urn:microsoft.com/office/officeart/2018/2/layout/IconVerticalSolidList"/>
    <dgm:cxn modelId="{D90F7C15-DCE9-4FAC-9E4D-4E512AD755A0}" type="presParOf" srcId="{00ABBBC6-C339-4965-BFD7-D6214317C6C0}" destId="{AA076AF1-3F1E-408A-A12F-C25CC8E8FFAA}" srcOrd="3" destOrd="0" presId="urn:microsoft.com/office/officeart/2018/2/layout/IconVerticalSolidList"/>
    <dgm:cxn modelId="{12A7AFA4-9562-4A59-B50C-4FC7B1755229}" type="presParOf" srcId="{00ABBBC6-C339-4965-BFD7-D6214317C6C0}" destId="{AB3ECD53-251D-4E3D-9D92-198658462CCB}" srcOrd="4" destOrd="0" presId="urn:microsoft.com/office/officeart/2018/2/layout/IconVerticalSolidList"/>
    <dgm:cxn modelId="{3203A87A-63DA-439B-8328-5518744077FA}" type="presParOf" srcId="{AB3ECD53-251D-4E3D-9D92-198658462CCB}" destId="{BE6EBAE9-ACF6-46FE-8E09-AD42815B5399}" srcOrd="0" destOrd="0" presId="urn:microsoft.com/office/officeart/2018/2/layout/IconVerticalSolidList"/>
    <dgm:cxn modelId="{21348432-B2F2-46EC-8A23-3036C39C810C}" type="presParOf" srcId="{AB3ECD53-251D-4E3D-9D92-198658462CCB}" destId="{35C11CA8-9A05-4DD8-8E42-A5DB9A81C436}" srcOrd="1" destOrd="0" presId="urn:microsoft.com/office/officeart/2018/2/layout/IconVerticalSolidList"/>
    <dgm:cxn modelId="{5399E750-0C59-4ADF-9685-BC22E25642D0}" type="presParOf" srcId="{AB3ECD53-251D-4E3D-9D92-198658462CCB}" destId="{C07A8B1A-E282-45B2-9ADE-F230DBF78538}" srcOrd="2" destOrd="0" presId="urn:microsoft.com/office/officeart/2018/2/layout/IconVerticalSolidList"/>
    <dgm:cxn modelId="{CB43A7F1-F126-4340-B9BD-800044544607}" type="presParOf" srcId="{AB3ECD53-251D-4E3D-9D92-198658462CCB}" destId="{CD963A82-9FEE-4D53-A20C-15672DDBD70D}" srcOrd="3" destOrd="0" presId="urn:microsoft.com/office/officeart/2018/2/layout/IconVerticalSolidList"/>
    <dgm:cxn modelId="{D2833946-781D-4B42-87F0-7E5DE5925293}" type="presParOf" srcId="{00ABBBC6-C339-4965-BFD7-D6214317C6C0}" destId="{5DBDC744-AE86-487F-BBB6-5B3DE0E16BFF}" srcOrd="5" destOrd="0" presId="urn:microsoft.com/office/officeart/2018/2/layout/IconVerticalSolidList"/>
    <dgm:cxn modelId="{FDA063E5-712F-4A00-AE8C-E2A5C48E451D}" type="presParOf" srcId="{00ABBBC6-C339-4965-BFD7-D6214317C6C0}" destId="{A7228448-0264-4619-AF23-E63AB5112608}" srcOrd="6" destOrd="0" presId="urn:microsoft.com/office/officeart/2018/2/layout/IconVerticalSolidList"/>
    <dgm:cxn modelId="{A2C46D50-A140-4B62-A1EA-C24CD8A38C0C}" type="presParOf" srcId="{A7228448-0264-4619-AF23-E63AB5112608}" destId="{D78E337E-1A45-4C87-88CF-261E97060473}" srcOrd="0" destOrd="0" presId="urn:microsoft.com/office/officeart/2018/2/layout/IconVerticalSolidList"/>
    <dgm:cxn modelId="{118A1CAF-A10D-4C6A-BD26-E40CB634B166}" type="presParOf" srcId="{A7228448-0264-4619-AF23-E63AB5112608}" destId="{97F2CEA2-F5BD-41A1-8A4F-95A009241DCD}" srcOrd="1" destOrd="0" presId="urn:microsoft.com/office/officeart/2018/2/layout/IconVerticalSolidList"/>
    <dgm:cxn modelId="{73B7CE90-825E-4DAC-BFAD-E8BA3F7207CE}" type="presParOf" srcId="{A7228448-0264-4619-AF23-E63AB5112608}" destId="{A143AFED-4D3B-411E-804E-233B468226EF}" srcOrd="2" destOrd="0" presId="urn:microsoft.com/office/officeart/2018/2/layout/IconVerticalSolidList"/>
    <dgm:cxn modelId="{FE5BDF00-FCDC-43FB-9F88-566A4DB695F1}" type="presParOf" srcId="{A7228448-0264-4619-AF23-E63AB5112608}" destId="{D7BCAC18-33EE-427A-BBBB-461E02165A5C}" srcOrd="3" destOrd="0" presId="urn:microsoft.com/office/officeart/2018/2/layout/IconVerticalSolidList"/>
    <dgm:cxn modelId="{20597A22-4B12-47DC-9B7D-E376DAD2E3A2}" type="presParOf" srcId="{00ABBBC6-C339-4965-BFD7-D6214317C6C0}" destId="{7CCC37A1-AD46-4A4D-9D5B-E0DEFAA3635D}" srcOrd="7" destOrd="0" presId="urn:microsoft.com/office/officeart/2018/2/layout/IconVerticalSolidList"/>
    <dgm:cxn modelId="{C1750306-1EFB-40F2-8FFE-B2B202FCB23A}" type="presParOf" srcId="{00ABBBC6-C339-4965-BFD7-D6214317C6C0}" destId="{76847355-8EAC-4FC2-B8DF-702D7CA3627B}" srcOrd="8" destOrd="0" presId="urn:microsoft.com/office/officeart/2018/2/layout/IconVerticalSolidList"/>
    <dgm:cxn modelId="{5D9A9190-6A6A-4A66-9E78-6008113B043C}" type="presParOf" srcId="{76847355-8EAC-4FC2-B8DF-702D7CA3627B}" destId="{E71E7174-922D-4B9D-A59F-9C7BBB530F13}" srcOrd="0" destOrd="0" presId="urn:microsoft.com/office/officeart/2018/2/layout/IconVerticalSolidList"/>
    <dgm:cxn modelId="{B0850F4B-988F-46C9-A756-F63445C59C6F}" type="presParOf" srcId="{76847355-8EAC-4FC2-B8DF-702D7CA3627B}" destId="{D8047ED3-EF6C-41C0-8FD7-9BA1DE2DEB8C}" srcOrd="1" destOrd="0" presId="urn:microsoft.com/office/officeart/2018/2/layout/IconVerticalSolidList"/>
    <dgm:cxn modelId="{B32A21AA-48B4-40CA-B2E0-9E42288247A6}" type="presParOf" srcId="{76847355-8EAC-4FC2-B8DF-702D7CA3627B}" destId="{826CB9AB-DFAE-415A-BB06-CA3CCC35B33C}" srcOrd="2" destOrd="0" presId="urn:microsoft.com/office/officeart/2018/2/layout/IconVerticalSolidList"/>
    <dgm:cxn modelId="{0F345804-CE31-4F8D-BBA1-37CBB46081E0}" type="presParOf" srcId="{76847355-8EAC-4FC2-B8DF-702D7CA3627B}" destId="{9A7E824F-5889-4C9A-98F8-BA20F0F495D6}" srcOrd="3" destOrd="0" presId="urn:microsoft.com/office/officeart/2018/2/layout/IconVerticalSolidList"/>
    <dgm:cxn modelId="{D1761571-317B-45FC-98FF-6E28875903A4}" type="presParOf" srcId="{00ABBBC6-C339-4965-BFD7-D6214317C6C0}" destId="{5E915484-CAF5-4EEF-A803-20B6AD0CBA7B}" srcOrd="9" destOrd="0" presId="urn:microsoft.com/office/officeart/2018/2/layout/IconVerticalSolidList"/>
    <dgm:cxn modelId="{532A199E-A66B-43F6-80A5-D449A139A03A}" type="presParOf" srcId="{00ABBBC6-C339-4965-BFD7-D6214317C6C0}" destId="{25102C1C-F359-40A0-8C20-28FBE400DA1E}" srcOrd="10" destOrd="0" presId="urn:microsoft.com/office/officeart/2018/2/layout/IconVerticalSolidList"/>
    <dgm:cxn modelId="{4B0B721B-416D-4253-AEF0-8D25A7D81EB9}" type="presParOf" srcId="{25102C1C-F359-40A0-8C20-28FBE400DA1E}" destId="{036BEB46-1F54-4F9A-9EB9-03BEF5F8F845}" srcOrd="0" destOrd="0" presId="urn:microsoft.com/office/officeart/2018/2/layout/IconVerticalSolidList"/>
    <dgm:cxn modelId="{1DB9598E-70E1-4E89-997D-BA7CC92775C7}" type="presParOf" srcId="{25102C1C-F359-40A0-8C20-28FBE400DA1E}" destId="{347ECA31-C0CE-45EB-912F-3F5F3728E811}" srcOrd="1" destOrd="0" presId="urn:microsoft.com/office/officeart/2018/2/layout/IconVerticalSolidList"/>
    <dgm:cxn modelId="{BCD9C6F1-08CD-4380-8BC5-0F70F3324C4F}" type="presParOf" srcId="{25102C1C-F359-40A0-8C20-28FBE400DA1E}" destId="{0DDCDD2E-7B67-42C6-9DF1-FA1C3ED2442B}" srcOrd="2" destOrd="0" presId="urn:microsoft.com/office/officeart/2018/2/layout/IconVerticalSolidList"/>
    <dgm:cxn modelId="{F43C18A1-5668-4050-AC27-BCC0B1265023}" type="presParOf" srcId="{25102C1C-F359-40A0-8C20-28FBE400DA1E}" destId="{18E97FEA-60D9-4EA4-9049-5206ACE43962}"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98419-5C9E-4F01-9E86-3D8FEA73456B}">
      <dsp:nvSpPr>
        <dsp:cNvPr id="0" name=""/>
        <dsp:cNvSpPr/>
      </dsp:nvSpPr>
      <dsp:spPr>
        <a:xfrm>
          <a:off x="123862" y="0"/>
          <a:ext cx="1509048" cy="1273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CC68B7-0C92-4DEB-B751-3B3EDE5ECD72}">
      <dsp:nvSpPr>
        <dsp:cNvPr id="0" name=""/>
        <dsp:cNvSpPr/>
      </dsp:nvSpPr>
      <dsp:spPr>
        <a:xfrm>
          <a:off x="123862" y="1385739"/>
          <a:ext cx="4311566" cy="5459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55750">
            <a:lnSpc>
              <a:spcPct val="100000"/>
            </a:lnSpc>
            <a:spcBef>
              <a:spcPct val="0"/>
            </a:spcBef>
            <a:spcAft>
              <a:spcPct val="35000"/>
            </a:spcAft>
            <a:buNone/>
            <a:defRPr b="1"/>
          </a:pPr>
          <a:r>
            <a:rPr lang="en-GB" sz="3500" kern="1200" baseline="0" dirty="0"/>
            <a:t>AI Workloads</a:t>
          </a:r>
        </a:p>
      </dsp:txBody>
      <dsp:txXfrm>
        <a:off x="123862" y="1385739"/>
        <a:ext cx="4311566" cy="545922"/>
      </dsp:txXfrm>
    </dsp:sp>
    <dsp:sp modelId="{C8B6469E-0B53-4ABE-AC57-DEAA4E56DE3F}">
      <dsp:nvSpPr>
        <dsp:cNvPr id="0" name=""/>
        <dsp:cNvSpPr/>
      </dsp:nvSpPr>
      <dsp:spPr>
        <a:xfrm>
          <a:off x="123862" y="1983718"/>
          <a:ext cx="4311566" cy="110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baseline="0" dirty="0"/>
            <a:t>LLMs</a:t>
          </a:r>
        </a:p>
        <a:p>
          <a:pPr marL="0" lvl="0" indent="0" algn="l" defTabSz="755650">
            <a:lnSpc>
              <a:spcPct val="100000"/>
            </a:lnSpc>
            <a:spcBef>
              <a:spcPct val="0"/>
            </a:spcBef>
            <a:spcAft>
              <a:spcPct val="35000"/>
            </a:spcAft>
            <a:buNone/>
          </a:pPr>
          <a:r>
            <a:rPr lang="en-IN" sz="1700" kern="1200" baseline="0" dirty="0"/>
            <a:t>Embeddings &amp; Retrieval</a:t>
          </a:r>
          <a:endParaRPr lang="en-GB" sz="1700" kern="1200" baseline="0" dirty="0"/>
        </a:p>
        <a:p>
          <a:pPr marL="0" lvl="0" indent="0" algn="l" defTabSz="755650">
            <a:lnSpc>
              <a:spcPct val="100000"/>
            </a:lnSpc>
            <a:spcBef>
              <a:spcPct val="0"/>
            </a:spcBef>
            <a:spcAft>
              <a:spcPct val="35000"/>
            </a:spcAft>
            <a:buNone/>
          </a:pPr>
          <a:r>
            <a:rPr lang="en-IN" sz="1700" kern="1200" baseline="0" dirty="0" err="1"/>
            <a:t>Reranker</a:t>
          </a:r>
          <a:r>
            <a:rPr lang="en-IN" sz="1700" kern="1200" baseline="0" dirty="0"/>
            <a:t>: Search &amp; context</a:t>
          </a:r>
          <a:endParaRPr lang="en-GB" sz="1700" kern="1200" baseline="0" dirty="0"/>
        </a:p>
        <a:p>
          <a:pPr marL="0" lvl="0" indent="0" algn="l" defTabSz="755650">
            <a:lnSpc>
              <a:spcPct val="100000"/>
            </a:lnSpc>
            <a:spcBef>
              <a:spcPct val="0"/>
            </a:spcBef>
            <a:spcAft>
              <a:spcPct val="35000"/>
            </a:spcAft>
            <a:buNone/>
          </a:pPr>
          <a:r>
            <a:rPr lang="en-IN" sz="1700" kern="1200" baseline="0" dirty="0"/>
            <a:t>Prompt Guard/Safety Filters</a:t>
          </a:r>
          <a:endParaRPr lang="en-GB" sz="1700" kern="1200" baseline="0" dirty="0"/>
        </a:p>
      </dsp:txBody>
      <dsp:txXfrm>
        <a:off x="123862" y="1983718"/>
        <a:ext cx="4311566" cy="1102742"/>
      </dsp:txXfrm>
    </dsp:sp>
    <dsp:sp modelId="{CE4AFE87-28C1-4D77-990C-E01B8DBF0C73}">
      <dsp:nvSpPr>
        <dsp:cNvPr id="0" name=""/>
        <dsp:cNvSpPr/>
      </dsp:nvSpPr>
      <dsp:spPr>
        <a:xfrm>
          <a:off x="5189953" y="0"/>
          <a:ext cx="1509048" cy="1273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773E306-D33A-4158-A913-8D05828BC70B}">
      <dsp:nvSpPr>
        <dsp:cNvPr id="0" name=""/>
        <dsp:cNvSpPr/>
      </dsp:nvSpPr>
      <dsp:spPr>
        <a:xfrm>
          <a:off x="5189953" y="1385739"/>
          <a:ext cx="4311566" cy="5459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55750">
            <a:lnSpc>
              <a:spcPct val="100000"/>
            </a:lnSpc>
            <a:spcBef>
              <a:spcPct val="0"/>
            </a:spcBef>
            <a:spcAft>
              <a:spcPct val="35000"/>
            </a:spcAft>
            <a:buNone/>
            <a:defRPr b="1"/>
          </a:pPr>
          <a:r>
            <a:rPr lang="en-GB" sz="3500" kern="1200" baseline="0"/>
            <a:t>AI Apps</a:t>
          </a:r>
        </a:p>
      </dsp:txBody>
      <dsp:txXfrm>
        <a:off x="5189953" y="1385739"/>
        <a:ext cx="4311566" cy="545922"/>
      </dsp:txXfrm>
    </dsp:sp>
    <dsp:sp modelId="{02054FEF-E5E9-48DA-BA99-ACF7FE53AE19}">
      <dsp:nvSpPr>
        <dsp:cNvPr id="0" name=""/>
        <dsp:cNvSpPr/>
      </dsp:nvSpPr>
      <dsp:spPr>
        <a:xfrm>
          <a:off x="5189953" y="1983718"/>
          <a:ext cx="4311566" cy="110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baseline="0" dirty="0"/>
            <a:t>Agents</a:t>
          </a:r>
        </a:p>
        <a:p>
          <a:pPr marL="0" lvl="0" indent="0" algn="l" defTabSz="755650">
            <a:lnSpc>
              <a:spcPct val="100000"/>
            </a:lnSpc>
            <a:spcBef>
              <a:spcPct val="0"/>
            </a:spcBef>
            <a:spcAft>
              <a:spcPct val="35000"/>
            </a:spcAft>
            <a:buNone/>
          </a:pPr>
          <a:r>
            <a:rPr lang="en-GB" sz="1700" kern="1200" baseline="0" dirty="0"/>
            <a:t>MCP Servers</a:t>
          </a:r>
        </a:p>
        <a:p>
          <a:pPr marL="0" lvl="0" indent="0" algn="l" defTabSz="755650">
            <a:lnSpc>
              <a:spcPct val="100000"/>
            </a:lnSpc>
            <a:spcBef>
              <a:spcPct val="0"/>
            </a:spcBef>
            <a:spcAft>
              <a:spcPct val="35000"/>
            </a:spcAft>
            <a:buNone/>
          </a:pPr>
          <a:r>
            <a:rPr lang="en-GB" sz="1700" kern="1200" baseline="0" dirty="0"/>
            <a:t>A2A Servers</a:t>
          </a:r>
        </a:p>
        <a:p>
          <a:pPr marL="0" lvl="0" indent="0" algn="l" defTabSz="755650">
            <a:lnSpc>
              <a:spcPct val="100000"/>
            </a:lnSpc>
            <a:spcBef>
              <a:spcPct val="0"/>
            </a:spcBef>
            <a:spcAft>
              <a:spcPct val="35000"/>
            </a:spcAft>
            <a:buNone/>
          </a:pPr>
          <a:r>
            <a:rPr lang="en-GB" sz="1700" kern="1200" baseline="0" dirty="0"/>
            <a:t>Semantic Cache</a:t>
          </a:r>
        </a:p>
        <a:p>
          <a:pPr marL="0" lvl="0" indent="0" algn="l" defTabSz="755650">
            <a:lnSpc>
              <a:spcPct val="100000"/>
            </a:lnSpc>
            <a:spcBef>
              <a:spcPct val="0"/>
            </a:spcBef>
            <a:spcAft>
              <a:spcPct val="35000"/>
            </a:spcAft>
            <a:buNone/>
          </a:pPr>
          <a:r>
            <a:rPr lang="en-GB" sz="1700" kern="1200" baseline="0" dirty="0"/>
            <a:t> RAG Search</a:t>
          </a:r>
        </a:p>
        <a:p>
          <a:pPr marL="0" lvl="0" indent="0" algn="l" defTabSz="755650">
            <a:lnSpc>
              <a:spcPct val="100000"/>
            </a:lnSpc>
            <a:spcBef>
              <a:spcPct val="0"/>
            </a:spcBef>
            <a:spcAft>
              <a:spcPct val="35000"/>
            </a:spcAft>
            <a:buNone/>
          </a:pPr>
          <a:endParaRPr lang="en-GB" sz="1700" kern="1200" baseline="0" dirty="0"/>
        </a:p>
      </dsp:txBody>
      <dsp:txXfrm>
        <a:off x="5189953" y="1983718"/>
        <a:ext cx="4311566" cy="11027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86FC65-4883-5541-B476-2DD9C1F30A6C}">
      <dsp:nvSpPr>
        <dsp:cNvPr id="0" name=""/>
        <dsp:cNvSpPr/>
      </dsp:nvSpPr>
      <dsp:spPr>
        <a:xfrm>
          <a:off x="0" y="475043"/>
          <a:ext cx="6391275" cy="20727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6034" tIns="583184" rIns="496034" bIns="199136" numCol="1" spcCol="1270" anchor="t" anchorCtr="0">
          <a:noAutofit/>
        </a:bodyPr>
        <a:lstStyle/>
        <a:p>
          <a:pPr marL="285750" lvl="1" indent="-285750" algn="l" defTabSz="1244600">
            <a:lnSpc>
              <a:spcPct val="90000"/>
            </a:lnSpc>
            <a:spcBef>
              <a:spcPct val="0"/>
            </a:spcBef>
            <a:spcAft>
              <a:spcPct val="15000"/>
            </a:spcAft>
            <a:buChar char="•"/>
          </a:pPr>
          <a:r>
            <a:rPr lang="en-US" sz="2800" b="0" i="0" kern="1200"/>
            <a:t>Tools</a:t>
          </a:r>
          <a:endParaRPr lang="en-US" sz="2800" kern="1200"/>
        </a:p>
        <a:p>
          <a:pPr marL="285750" lvl="1" indent="-285750" algn="l" defTabSz="1244600">
            <a:lnSpc>
              <a:spcPct val="90000"/>
            </a:lnSpc>
            <a:spcBef>
              <a:spcPct val="0"/>
            </a:spcBef>
            <a:spcAft>
              <a:spcPct val="15000"/>
            </a:spcAft>
            <a:buChar char="•"/>
          </a:pPr>
          <a:r>
            <a:rPr lang="en-US" sz="2800" b="0" i="0" kern="1200"/>
            <a:t>Prompts</a:t>
          </a:r>
          <a:endParaRPr lang="en-US" sz="2800" kern="1200"/>
        </a:p>
        <a:p>
          <a:pPr marL="285750" lvl="1" indent="-285750" algn="l" defTabSz="1244600">
            <a:lnSpc>
              <a:spcPct val="90000"/>
            </a:lnSpc>
            <a:spcBef>
              <a:spcPct val="0"/>
            </a:spcBef>
            <a:spcAft>
              <a:spcPct val="15000"/>
            </a:spcAft>
            <a:buChar char="•"/>
          </a:pPr>
          <a:r>
            <a:rPr lang="en-US" sz="2800" b="0" i="0" kern="1200"/>
            <a:t>Resources</a:t>
          </a:r>
          <a:endParaRPr lang="en-US" sz="2800" kern="1200"/>
        </a:p>
      </dsp:txBody>
      <dsp:txXfrm>
        <a:off x="0" y="475043"/>
        <a:ext cx="6391275" cy="2072700"/>
      </dsp:txXfrm>
    </dsp:sp>
    <dsp:sp modelId="{4010F2DC-D76F-E842-B400-12826792E8C1}">
      <dsp:nvSpPr>
        <dsp:cNvPr id="0" name=""/>
        <dsp:cNvSpPr/>
      </dsp:nvSpPr>
      <dsp:spPr>
        <a:xfrm>
          <a:off x="319563" y="61763"/>
          <a:ext cx="4473892" cy="82656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9102" tIns="0" rIns="169102" bIns="0" numCol="1" spcCol="1270" anchor="ctr" anchorCtr="0">
          <a:noAutofit/>
        </a:bodyPr>
        <a:lstStyle/>
        <a:p>
          <a:pPr marL="0" lvl="0" indent="0" algn="l" defTabSz="1244600">
            <a:lnSpc>
              <a:spcPct val="90000"/>
            </a:lnSpc>
            <a:spcBef>
              <a:spcPct val="0"/>
            </a:spcBef>
            <a:spcAft>
              <a:spcPct val="35000"/>
            </a:spcAft>
            <a:buNone/>
          </a:pPr>
          <a:r>
            <a:rPr lang="en-US" sz="2800" b="0" i="0" kern="1200"/>
            <a:t>Components</a:t>
          </a:r>
          <a:endParaRPr lang="en-US" sz="2800" kern="1200"/>
        </a:p>
      </dsp:txBody>
      <dsp:txXfrm>
        <a:off x="359912" y="102112"/>
        <a:ext cx="4393194" cy="745862"/>
      </dsp:txXfrm>
    </dsp:sp>
    <dsp:sp modelId="{7049AE28-607C-6341-88F3-D32AA3C079E3}">
      <dsp:nvSpPr>
        <dsp:cNvPr id="0" name=""/>
        <dsp:cNvSpPr/>
      </dsp:nvSpPr>
      <dsp:spPr>
        <a:xfrm>
          <a:off x="0" y="3112223"/>
          <a:ext cx="6391275" cy="20727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6034" tIns="583184" rIns="496034" bIns="199136" numCol="1" spcCol="1270" anchor="t" anchorCtr="0">
          <a:noAutofit/>
        </a:bodyPr>
        <a:lstStyle/>
        <a:p>
          <a:pPr marL="285750" lvl="1" indent="-285750" algn="l" defTabSz="1244600">
            <a:lnSpc>
              <a:spcPct val="90000"/>
            </a:lnSpc>
            <a:spcBef>
              <a:spcPct val="0"/>
            </a:spcBef>
            <a:spcAft>
              <a:spcPct val="15000"/>
            </a:spcAft>
            <a:buChar char="•"/>
          </a:pPr>
          <a:r>
            <a:rPr lang="en-US" sz="2800" b="0" i="0" kern="1200"/>
            <a:t>Elicitation </a:t>
          </a:r>
          <a:endParaRPr lang="en-US" sz="2800" kern="1200"/>
        </a:p>
        <a:p>
          <a:pPr marL="285750" lvl="1" indent="-285750" algn="l" defTabSz="1244600">
            <a:lnSpc>
              <a:spcPct val="90000"/>
            </a:lnSpc>
            <a:spcBef>
              <a:spcPct val="0"/>
            </a:spcBef>
            <a:spcAft>
              <a:spcPct val="15000"/>
            </a:spcAft>
            <a:buChar char="•"/>
          </a:pPr>
          <a:r>
            <a:rPr lang="en-US" sz="2800" b="0" i="0" kern="1200" dirty="0"/>
            <a:t>Sampling</a:t>
          </a:r>
          <a:endParaRPr lang="en-US" sz="2800" kern="1200" dirty="0"/>
        </a:p>
        <a:p>
          <a:pPr marL="285750" lvl="1" indent="-285750" algn="l" defTabSz="1244600">
            <a:lnSpc>
              <a:spcPct val="90000"/>
            </a:lnSpc>
            <a:spcBef>
              <a:spcPct val="0"/>
            </a:spcBef>
            <a:spcAft>
              <a:spcPct val="15000"/>
            </a:spcAft>
            <a:buChar char="•"/>
          </a:pPr>
          <a:r>
            <a:rPr lang="en-US" sz="2800" b="0" i="0" kern="1200"/>
            <a:t>Roots</a:t>
          </a:r>
          <a:endParaRPr lang="en-US" sz="2800" kern="1200"/>
        </a:p>
      </dsp:txBody>
      <dsp:txXfrm>
        <a:off x="0" y="3112223"/>
        <a:ext cx="6391275" cy="2072700"/>
      </dsp:txXfrm>
    </dsp:sp>
    <dsp:sp modelId="{C0BA1377-A21C-5144-A6EB-04CB9BBC2396}">
      <dsp:nvSpPr>
        <dsp:cNvPr id="0" name=""/>
        <dsp:cNvSpPr/>
      </dsp:nvSpPr>
      <dsp:spPr>
        <a:xfrm>
          <a:off x="319563" y="2698943"/>
          <a:ext cx="4473892" cy="82656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9102" tIns="0" rIns="169102" bIns="0" numCol="1" spcCol="1270" anchor="ctr" anchorCtr="0">
          <a:noAutofit/>
        </a:bodyPr>
        <a:lstStyle/>
        <a:p>
          <a:pPr marL="0" lvl="0" indent="0" algn="l" defTabSz="1244600">
            <a:lnSpc>
              <a:spcPct val="90000"/>
            </a:lnSpc>
            <a:spcBef>
              <a:spcPct val="0"/>
            </a:spcBef>
            <a:spcAft>
              <a:spcPct val="35000"/>
            </a:spcAft>
            <a:buNone/>
          </a:pPr>
          <a:r>
            <a:rPr lang="en-US" sz="2800" b="0" i="0" kern="1200"/>
            <a:t>Advanced Features</a:t>
          </a:r>
          <a:endParaRPr lang="en-US" sz="2800" kern="1200"/>
        </a:p>
      </dsp:txBody>
      <dsp:txXfrm>
        <a:off x="359912" y="2739292"/>
        <a:ext cx="4393194" cy="745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8885B2-547B-2645-A26D-E27330233486}">
      <dsp:nvSpPr>
        <dsp:cNvPr id="0" name=""/>
        <dsp:cNvSpPr/>
      </dsp:nvSpPr>
      <dsp:spPr>
        <a:xfrm>
          <a:off x="0" y="98303"/>
          <a:ext cx="6391275" cy="954719"/>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a:t>Simple:</a:t>
          </a:r>
          <a:r>
            <a:rPr lang="en-IN" sz="2400" kern="1200"/>
            <a:t> Uses existing standards (HTTP, JSON-RPC, SSE).</a:t>
          </a:r>
          <a:endParaRPr lang="en-US" sz="2400" kern="1200"/>
        </a:p>
      </dsp:txBody>
      <dsp:txXfrm>
        <a:off x="46606" y="144909"/>
        <a:ext cx="6298063" cy="861507"/>
      </dsp:txXfrm>
    </dsp:sp>
    <dsp:sp modelId="{9BE70AC4-F964-BE4F-99E7-7590CDBAE656}">
      <dsp:nvSpPr>
        <dsp:cNvPr id="0" name=""/>
        <dsp:cNvSpPr/>
      </dsp:nvSpPr>
      <dsp:spPr>
        <a:xfrm>
          <a:off x="0" y="1122143"/>
          <a:ext cx="6391275" cy="954719"/>
        </a:xfrm>
        <a:prstGeom prst="roundRect">
          <a:avLst/>
        </a:prstGeom>
        <a:solidFill>
          <a:schemeClr val="accent2">
            <a:hueOff val="-332684"/>
            <a:satOff val="2054"/>
            <a:lumOff val="-2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a:t>Enterprise Ready:</a:t>
          </a:r>
          <a:r>
            <a:rPr lang="en-IN" sz="2400" kern="1200"/>
            <a:t> Focuses on Auth, Security, Privacy, Monitoring.</a:t>
          </a:r>
          <a:endParaRPr lang="en-US" sz="2400" kern="1200"/>
        </a:p>
      </dsp:txBody>
      <dsp:txXfrm>
        <a:off x="46606" y="1168749"/>
        <a:ext cx="6298063" cy="861507"/>
      </dsp:txXfrm>
    </dsp:sp>
    <dsp:sp modelId="{16554C0D-39CA-494E-A478-57B592C97F9C}">
      <dsp:nvSpPr>
        <dsp:cNvPr id="0" name=""/>
        <dsp:cNvSpPr/>
      </dsp:nvSpPr>
      <dsp:spPr>
        <a:xfrm>
          <a:off x="0" y="2145983"/>
          <a:ext cx="6391275" cy="954719"/>
        </a:xfrm>
        <a:prstGeom prst="roundRect">
          <a:avLst/>
        </a:prstGeom>
        <a:solidFill>
          <a:schemeClr val="accent2">
            <a:hueOff val="-665368"/>
            <a:satOff val="4108"/>
            <a:lumOff val="-58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a:t>Async First:</a:t>
          </a:r>
          <a:r>
            <a:rPr lang="en-IN" sz="2400" kern="1200"/>
            <a:t> Handles long-running tasks &amp; human-in-the-loop.</a:t>
          </a:r>
          <a:endParaRPr lang="en-US" sz="2400" kern="1200"/>
        </a:p>
      </dsp:txBody>
      <dsp:txXfrm>
        <a:off x="46606" y="2192589"/>
        <a:ext cx="6298063" cy="861507"/>
      </dsp:txXfrm>
    </dsp:sp>
    <dsp:sp modelId="{90C22CA7-15EF-584A-8A7C-7463234E1FBC}">
      <dsp:nvSpPr>
        <dsp:cNvPr id="0" name=""/>
        <dsp:cNvSpPr/>
      </dsp:nvSpPr>
      <dsp:spPr>
        <a:xfrm>
          <a:off x="0" y="3169823"/>
          <a:ext cx="6391275" cy="954719"/>
        </a:xfrm>
        <a:prstGeom prst="roundRect">
          <a:avLst/>
        </a:prstGeom>
        <a:solidFill>
          <a:schemeClr val="accent2">
            <a:hueOff val="-998051"/>
            <a:satOff val="6162"/>
            <a:lumOff val="-88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a:t>Modality Agnostic:</a:t>
          </a:r>
          <a:r>
            <a:rPr lang="en-IN" sz="2400" kern="1200"/>
            <a:t> Supports Text, Files, Forms, Streams, etc.</a:t>
          </a:r>
          <a:endParaRPr lang="en-US" sz="2400" kern="1200"/>
        </a:p>
      </dsp:txBody>
      <dsp:txXfrm>
        <a:off x="46606" y="3216429"/>
        <a:ext cx="6298063" cy="861507"/>
      </dsp:txXfrm>
    </dsp:sp>
    <dsp:sp modelId="{A278B061-953C-2A40-8A0B-5CEB1B2C611F}">
      <dsp:nvSpPr>
        <dsp:cNvPr id="0" name=""/>
        <dsp:cNvSpPr/>
      </dsp:nvSpPr>
      <dsp:spPr>
        <a:xfrm>
          <a:off x="0" y="4193663"/>
          <a:ext cx="6391275" cy="954719"/>
        </a:xfrm>
        <a:prstGeom prst="roundRect">
          <a:avLst/>
        </a:prstGeom>
        <a:solidFill>
          <a:schemeClr val="accent2">
            <a:hueOff val="-1330735"/>
            <a:satOff val="8216"/>
            <a:lumOff val="-117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a:t>Opaque Execution:</a:t>
          </a:r>
          <a:r>
            <a:rPr lang="en-IN" sz="2400" kern="1200"/>
            <a:t> Agents interact without sharing internal logic/tools.</a:t>
          </a:r>
          <a:endParaRPr lang="en-US" sz="2400" kern="1200"/>
        </a:p>
      </dsp:txBody>
      <dsp:txXfrm>
        <a:off x="46606" y="4240269"/>
        <a:ext cx="6298063" cy="8615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43E75-FAD6-40A7-BA5A-83621A4EF348}">
      <dsp:nvSpPr>
        <dsp:cNvPr id="0" name=""/>
        <dsp:cNvSpPr/>
      </dsp:nvSpPr>
      <dsp:spPr>
        <a:xfrm>
          <a:off x="0" y="1697"/>
          <a:ext cx="6391275" cy="723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18F495-1B88-4EB3-B2F7-162316C0E2C9}">
      <dsp:nvSpPr>
        <dsp:cNvPr id="0" name=""/>
        <dsp:cNvSpPr/>
      </dsp:nvSpPr>
      <dsp:spPr>
        <a:xfrm>
          <a:off x="218771" y="164420"/>
          <a:ext cx="397767" cy="3977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0C4C6AE-EE98-49F1-AF5E-FAD240FCE90C}">
      <dsp:nvSpPr>
        <dsp:cNvPr id="0" name=""/>
        <dsp:cNvSpPr/>
      </dsp:nvSpPr>
      <dsp:spPr>
        <a:xfrm>
          <a:off x="835310" y="1697"/>
          <a:ext cx="5555964" cy="723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40" tIns="76540" rIns="76540" bIns="76540" numCol="1" spcCol="1270" anchor="ctr" anchorCtr="0">
          <a:noAutofit/>
        </a:bodyPr>
        <a:lstStyle/>
        <a:p>
          <a:pPr marL="0" lvl="0" indent="0" algn="l" defTabSz="844550">
            <a:lnSpc>
              <a:spcPct val="90000"/>
            </a:lnSpc>
            <a:spcBef>
              <a:spcPct val="0"/>
            </a:spcBef>
            <a:spcAft>
              <a:spcPct val="35000"/>
            </a:spcAft>
            <a:buNone/>
          </a:pPr>
          <a:r>
            <a:rPr lang="en-US" sz="1900" b="0" i="0" kern="1200"/>
            <a:t>Prompt Injection</a:t>
          </a:r>
          <a:endParaRPr lang="en-US" sz="1900" kern="1200"/>
        </a:p>
      </dsp:txBody>
      <dsp:txXfrm>
        <a:off x="835310" y="1697"/>
        <a:ext cx="5555964" cy="723212"/>
      </dsp:txXfrm>
    </dsp:sp>
    <dsp:sp modelId="{CC012B75-63F6-4666-A895-3161A69C4AEB}">
      <dsp:nvSpPr>
        <dsp:cNvPr id="0" name=""/>
        <dsp:cNvSpPr/>
      </dsp:nvSpPr>
      <dsp:spPr>
        <a:xfrm>
          <a:off x="0" y="905713"/>
          <a:ext cx="6391275" cy="723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C7F598-9C7E-4877-BE34-C1EEAC8B47F1}">
      <dsp:nvSpPr>
        <dsp:cNvPr id="0" name=""/>
        <dsp:cNvSpPr/>
      </dsp:nvSpPr>
      <dsp:spPr>
        <a:xfrm>
          <a:off x="218771" y="1068436"/>
          <a:ext cx="397767" cy="3977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B8AD43E-C1C0-4442-8B2C-80AB73579C0E}">
      <dsp:nvSpPr>
        <dsp:cNvPr id="0" name=""/>
        <dsp:cNvSpPr/>
      </dsp:nvSpPr>
      <dsp:spPr>
        <a:xfrm>
          <a:off x="835310" y="905713"/>
          <a:ext cx="5555964" cy="723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40" tIns="76540" rIns="76540" bIns="76540" numCol="1" spcCol="1270" anchor="ctr" anchorCtr="0">
          <a:noAutofit/>
        </a:bodyPr>
        <a:lstStyle/>
        <a:p>
          <a:pPr marL="0" lvl="0" indent="0" algn="l" defTabSz="844550">
            <a:lnSpc>
              <a:spcPct val="90000"/>
            </a:lnSpc>
            <a:spcBef>
              <a:spcPct val="0"/>
            </a:spcBef>
            <a:spcAft>
              <a:spcPct val="35000"/>
            </a:spcAft>
            <a:buNone/>
          </a:pPr>
          <a:r>
            <a:rPr lang="en-US" sz="1900" b="0" i="0" kern="1200"/>
            <a:t>Misconfigured or vulnerable tools</a:t>
          </a:r>
          <a:endParaRPr lang="en-US" sz="1900" kern="1200"/>
        </a:p>
      </dsp:txBody>
      <dsp:txXfrm>
        <a:off x="835310" y="905713"/>
        <a:ext cx="5555964" cy="723212"/>
      </dsp:txXfrm>
    </dsp:sp>
    <dsp:sp modelId="{BE6EBAE9-ACF6-46FE-8E09-AD42815B5399}">
      <dsp:nvSpPr>
        <dsp:cNvPr id="0" name=""/>
        <dsp:cNvSpPr/>
      </dsp:nvSpPr>
      <dsp:spPr>
        <a:xfrm>
          <a:off x="0" y="1809729"/>
          <a:ext cx="6391275" cy="723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C11CA8-9A05-4DD8-8E42-A5DB9A81C436}">
      <dsp:nvSpPr>
        <dsp:cNvPr id="0" name=""/>
        <dsp:cNvSpPr/>
      </dsp:nvSpPr>
      <dsp:spPr>
        <a:xfrm>
          <a:off x="218771" y="1972452"/>
          <a:ext cx="397767" cy="3977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D963A82-9FEE-4D53-A20C-15672DDBD70D}">
      <dsp:nvSpPr>
        <dsp:cNvPr id="0" name=""/>
        <dsp:cNvSpPr/>
      </dsp:nvSpPr>
      <dsp:spPr>
        <a:xfrm>
          <a:off x="835310" y="1809729"/>
          <a:ext cx="5555964" cy="723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40" tIns="76540" rIns="76540" bIns="76540" numCol="1" spcCol="1270" anchor="ctr" anchorCtr="0">
          <a:noAutofit/>
        </a:bodyPr>
        <a:lstStyle/>
        <a:p>
          <a:pPr marL="0" lvl="0" indent="0" algn="l" defTabSz="844550">
            <a:lnSpc>
              <a:spcPct val="90000"/>
            </a:lnSpc>
            <a:spcBef>
              <a:spcPct val="0"/>
            </a:spcBef>
            <a:spcAft>
              <a:spcPct val="35000"/>
            </a:spcAft>
            <a:buNone/>
          </a:pPr>
          <a:r>
            <a:rPr lang="en-US" sz="1900" b="0" i="0" kern="1200"/>
            <a:t>Unsecured Code Interpreters</a:t>
          </a:r>
          <a:endParaRPr lang="en-US" sz="1900" kern="1200"/>
        </a:p>
      </dsp:txBody>
      <dsp:txXfrm>
        <a:off x="835310" y="1809729"/>
        <a:ext cx="5555964" cy="723212"/>
      </dsp:txXfrm>
    </dsp:sp>
    <dsp:sp modelId="{D78E337E-1A45-4C87-88CF-261E97060473}">
      <dsp:nvSpPr>
        <dsp:cNvPr id="0" name=""/>
        <dsp:cNvSpPr/>
      </dsp:nvSpPr>
      <dsp:spPr>
        <a:xfrm>
          <a:off x="0" y="2713745"/>
          <a:ext cx="6391275" cy="723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F2CEA2-F5BD-41A1-8A4F-95A009241DCD}">
      <dsp:nvSpPr>
        <dsp:cNvPr id="0" name=""/>
        <dsp:cNvSpPr/>
      </dsp:nvSpPr>
      <dsp:spPr>
        <a:xfrm>
          <a:off x="218771" y="2876467"/>
          <a:ext cx="397767" cy="3977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7BCAC18-33EE-427A-BBBB-461E02165A5C}">
      <dsp:nvSpPr>
        <dsp:cNvPr id="0" name=""/>
        <dsp:cNvSpPr/>
      </dsp:nvSpPr>
      <dsp:spPr>
        <a:xfrm>
          <a:off x="835310" y="2713745"/>
          <a:ext cx="5555964" cy="723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40" tIns="76540" rIns="76540" bIns="76540" numCol="1" spcCol="1270" anchor="ctr" anchorCtr="0">
          <a:noAutofit/>
        </a:bodyPr>
        <a:lstStyle/>
        <a:p>
          <a:pPr marL="0" lvl="0" indent="0" algn="l" defTabSz="844550">
            <a:lnSpc>
              <a:spcPct val="90000"/>
            </a:lnSpc>
            <a:spcBef>
              <a:spcPct val="0"/>
            </a:spcBef>
            <a:spcAft>
              <a:spcPct val="35000"/>
            </a:spcAft>
            <a:buNone/>
          </a:pPr>
          <a:r>
            <a:rPr lang="en-US" sz="1900" b="0" i="0" kern="1200"/>
            <a:t>Credential Leakage</a:t>
          </a:r>
          <a:endParaRPr lang="en-US" sz="1900" kern="1200"/>
        </a:p>
      </dsp:txBody>
      <dsp:txXfrm>
        <a:off x="835310" y="2713745"/>
        <a:ext cx="5555964" cy="723212"/>
      </dsp:txXfrm>
    </dsp:sp>
    <dsp:sp modelId="{E71E7174-922D-4B9D-A59F-9C7BBB530F13}">
      <dsp:nvSpPr>
        <dsp:cNvPr id="0" name=""/>
        <dsp:cNvSpPr/>
      </dsp:nvSpPr>
      <dsp:spPr>
        <a:xfrm>
          <a:off x="0" y="3617761"/>
          <a:ext cx="6391275" cy="723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047ED3-EF6C-41C0-8FD7-9BA1DE2DEB8C}">
      <dsp:nvSpPr>
        <dsp:cNvPr id="0" name=""/>
        <dsp:cNvSpPr/>
      </dsp:nvSpPr>
      <dsp:spPr>
        <a:xfrm>
          <a:off x="218771" y="3780483"/>
          <a:ext cx="397767" cy="3977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A7E824F-5889-4C9A-98F8-BA20F0F495D6}">
      <dsp:nvSpPr>
        <dsp:cNvPr id="0" name=""/>
        <dsp:cNvSpPr/>
      </dsp:nvSpPr>
      <dsp:spPr>
        <a:xfrm>
          <a:off x="835310" y="3617761"/>
          <a:ext cx="5555964" cy="723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40" tIns="76540" rIns="76540" bIns="76540" numCol="1" spcCol="1270" anchor="ctr" anchorCtr="0">
          <a:noAutofit/>
        </a:bodyPr>
        <a:lstStyle/>
        <a:p>
          <a:pPr marL="0" lvl="0" indent="0" algn="l" defTabSz="844550">
            <a:lnSpc>
              <a:spcPct val="90000"/>
            </a:lnSpc>
            <a:spcBef>
              <a:spcPct val="0"/>
            </a:spcBef>
            <a:spcAft>
              <a:spcPct val="35000"/>
            </a:spcAft>
            <a:buNone/>
          </a:pPr>
          <a:r>
            <a:rPr lang="en-US" sz="1900" b="0" i="0" kern="1200"/>
            <a:t>Agent Communication Poisioning </a:t>
          </a:r>
          <a:endParaRPr lang="en-US" sz="1900" kern="1200"/>
        </a:p>
      </dsp:txBody>
      <dsp:txXfrm>
        <a:off x="835310" y="3617761"/>
        <a:ext cx="5555964" cy="723212"/>
      </dsp:txXfrm>
    </dsp:sp>
    <dsp:sp modelId="{036BEB46-1F54-4F9A-9EB9-03BEF5F8F845}">
      <dsp:nvSpPr>
        <dsp:cNvPr id="0" name=""/>
        <dsp:cNvSpPr/>
      </dsp:nvSpPr>
      <dsp:spPr>
        <a:xfrm>
          <a:off x="0" y="4521777"/>
          <a:ext cx="6391275" cy="723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7ECA31-C0CE-45EB-912F-3F5F3728E811}">
      <dsp:nvSpPr>
        <dsp:cNvPr id="0" name=""/>
        <dsp:cNvSpPr/>
      </dsp:nvSpPr>
      <dsp:spPr>
        <a:xfrm>
          <a:off x="218771" y="4684499"/>
          <a:ext cx="397767" cy="3977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E97FEA-60D9-4EA4-9049-5206ACE43962}">
      <dsp:nvSpPr>
        <dsp:cNvPr id="0" name=""/>
        <dsp:cNvSpPr/>
      </dsp:nvSpPr>
      <dsp:spPr>
        <a:xfrm>
          <a:off x="835310" y="4521777"/>
          <a:ext cx="5555964" cy="723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540" tIns="76540" rIns="76540" bIns="76540" numCol="1" spcCol="1270" anchor="ctr" anchorCtr="0">
          <a:noAutofit/>
        </a:bodyPr>
        <a:lstStyle/>
        <a:p>
          <a:pPr marL="0" lvl="0" indent="0" algn="l" defTabSz="844550">
            <a:lnSpc>
              <a:spcPct val="90000"/>
            </a:lnSpc>
            <a:spcBef>
              <a:spcPct val="0"/>
            </a:spcBef>
            <a:spcAft>
              <a:spcPct val="35000"/>
            </a:spcAft>
            <a:buNone/>
          </a:pPr>
          <a:r>
            <a:rPr lang="en-US" sz="1900" b="0" i="0" kern="1200"/>
            <a:t>Resource Overload</a:t>
          </a:r>
          <a:endParaRPr lang="en-US" sz="1900" kern="1200"/>
        </a:p>
      </dsp:txBody>
      <dsp:txXfrm>
        <a:off x="835310" y="4521777"/>
        <a:ext cx="5555964" cy="72321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CCA8EF-F3C9-C741-B078-E3942A1BA783}" type="datetimeFigureOut">
              <a:rPr lang="en-US" smtClean="0"/>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33D02-6B9B-E649-8FE8-C288BCC05650}" type="slidenum">
              <a:rPr lang="en-US" smtClean="0"/>
              <a:t>‹#›</a:t>
            </a:fld>
            <a:endParaRPr lang="en-US"/>
          </a:p>
        </p:txBody>
      </p:sp>
    </p:spTree>
    <p:extLst>
      <p:ext uri="{BB962C8B-B14F-4D97-AF65-F5344CB8AC3E}">
        <p14:creationId xmlns:p14="http://schemas.microsoft.com/office/powerpoint/2010/main" val="59414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jsonrpc.org/"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modelcontextprotocol.io/" TargetMode="External"/><Relationship Id="rId2" Type="http://schemas.openxmlformats.org/officeDocument/2006/relationships/slide" Target="../slides/slide37.xml"/><Relationship Id="rId1" Type="http://schemas.openxmlformats.org/officeDocument/2006/relationships/notesMaster" Target="../notesMasters/notesMaster1.xml"/><Relationship Id="rId5" Type="http://schemas.openxmlformats.org/officeDocument/2006/relationships/hyperlink" Target="https://forms.cloud.microsoft/Pages/ResponsePage.aspx?id=Lnwm8lRa9EmE-uTy9AOKLpTnemXOvn1GjtyqRvHQXppUOVBUUkJFWlpQNVNaWEdFVzdTRDZPODk3My4u" TargetMode="External"/><Relationship Id="rId4" Type="http://schemas.openxmlformats.org/officeDocument/2006/relationships/hyperlink" Target="https://a2a-protocol.org/"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1</a:t>
            </a:fld>
            <a:endParaRPr lang="en-US"/>
          </a:p>
        </p:txBody>
      </p:sp>
    </p:spTree>
    <p:extLst>
      <p:ext uri="{BB962C8B-B14F-4D97-AF65-F5344CB8AC3E}">
        <p14:creationId xmlns:p14="http://schemas.microsoft.com/office/powerpoint/2010/main" val="1568501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a:t>
            </a:fld>
            <a:endParaRPr lang="en-US"/>
          </a:p>
        </p:txBody>
      </p:sp>
    </p:spTree>
    <p:extLst>
      <p:ext uri="{BB962C8B-B14F-4D97-AF65-F5344CB8AC3E}">
        <p14:creationId xmlns:p14="http://schemas.microsoft.com/office/powerpoint/2010/main" val="603078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7CA0-93CA-C9BD-35FD-0E4C04282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CDB2C-C5AB-71F1-0BCB-92715734E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DEA10-D3CC-80B1-D7D9-313C99845159}"/>
              </a:ext>
            </a:extLst>
          </p:cNvPr>
          <p:cNvSpPr>
            <a:spLocks noGrp="1"/>
          </p:cNvSpPr>
          <p:nvPr>
            <p:ph type="body" idx="1"/>
          </p:nvPr>
        </p:nvSpPr>
        <p:spPr/>
        <p:txBody>
          <a:bodyPr/>
          <a:lstStyle/>
          <a:p>
            <a:r>
              <a:rPr lang="en-IN" b="1" dirty="0"/>
              <a:t>1. The Fundamental Shift: From "Chat" to "Action" (The Core Mechanism)</a:t>
            </a:r>
            <a:endParaRPr lang="en-IN" dirty="0"/>
          </a:p>
          <a:p>
            <a:r>
              <a:rPr lang="en-IN" i="1" dirty="0"/>
              <a:t>Context:</a:t>
            </a:r>
            <a:r>
              <a:rPr lang="en-IN" dirty="0"/>
              <a:t> Until recently, generative AI was passive—a very smart chatbot waiting for your prompt.</a:t>
            </a:r>
          </a:p>
          <a:p>
            <a:r>
              <a:rPr lang="en-IN" i="1" dirty="0"/>
              <a:t>The Agent Difference:</a:t>
            </a:r>
            <a:r>
              <a:rPr lang="en-IN" dirty="0"/>
              <a:t> Agents are proactive. </a:t>
            </a:r>
          </a:p>
          <a:p>
            <a:r>
              <a:rPr lang="en-IN" b="1" dirty="0"/>
              <a:t>2. Why Now? The Perfect Technological Storm (The Catalyst)</a:t>
            </a:r>
            <a:endParaRPr lang="en-IN" dirty="0"/>
          </a:p>
          <a:p>
            <a:r>
              <a:rPr lang="en-IN" i="1" dirty="0"/>
              <a:t>The "Brain":</a:t>
            </a:r>
            <a:r>
              <a:rPr lang="en-IN" dirty="0"/>
              <a:t> Large Language Models (LLMs) have become sophisticated enough to perform reasoning and planning, not just text prediction.</a:t>
            </a:r>
          </a:p>
          <a:p>
            <a:r>
              <a:rPr lang="en-IN" i="1" dirty="0"/>
              <a:t>The "Hands":</a:t>
            </a:r>
            <a:r>
              <a:rPr lang="en-IN" dirty="0"/>
              <a:t> The maturity of the API economy means almost every digital service (Salesforce, Slack, Databases) has a digital handle that an AI agent can grab and manipulate.</a:t>
            </a:r>
          </a:p>
          <a:p>
            <a:r>
              <a:rPr lang="en-IN" b="1" dirty="0"/>
              <a:t>3. Taming Complexity: Autonomous Workflows</a:t>
            </a:r>
            <a:endParaRPr lang="en-IN" dirty="0"/>
          </a:p>
          <a:p>
            <a:r>
              <a:rPr lang="en-IN" dirty="0"/>
              <a:t>The modern world is drowning in fragmented systems. Humans spend hours copy-pasting data between apps.</a:t>
            </a:r>
          </a:p>
          <a:p>
            <a:r>
              <a:rPr lang="en-IN" dirty="0"/>
              <a:t>AI Agents shine here. They can handle multi-step, brittle workflows that cross different software silos without human intervention, significantly reducing operational friction.</a:t>
            </a:r>
          </a:p>
          <a:p>
            <a:r>
              <a:rPr lang="en-IN" b="1" dirty="0"/>
              <a:t>4. The Business Impact: Hyper-Automation and Scale (The Outcome)</a:t>
            </a:r>
            <a:endParaRPr lang="en-IN" dirty="0"/>
          </a:p>
          <a:p>
            <a:r>
              <a:rPr lang="en-IN" dirty="0"/>
              <a:t>This isn't just about saving a few minutes per employee. It’s about 24/7 operations and instant scalability.</a:t>
            </a:r>
            <a:br>
              <a:rPr lang="en-IN" dirty="0"/>
            </a:br>
            <a:endParaRPr lang="en-IN" dirty="0"/>
          </a:p>
          <a:p>
            <a:r>
              <a:rPr lang="en-IN" dirty="0"/>
              <a:t>Agents allow businesses to offer hyper-personalized services to millions of customers simultaneously, or run complex back-office operations overnight, fundamentally changing the economics of </a:t>
            </a:r>
            <a:r>
              <a:rPr lang="en-IN" dirty="0" err="1"/>
              <a:t>labor</a:t>
            </a:r>
            <a:r>
              <a:rPr lang="en-IN" dirty="0"/>
              <a:t> and service delivery.</a:t>
            </a:r>
          </a:p>
          <a:p>
            <a:endParaRPr lang="en-US" dirty="0"/>
          </a:p>
        </p:txBody>
      </p:sp>
      <p:sp>
        <p:nvSpPr>
          <p:cNvPr id="4" name="Slide Number Placeholder 3">
            <a:extLst>
              <a:ext uri="{FF2B5EF4-FFF2-40B4-BE49-F238E27FC236}">
                <a16:creationId xmlns:a16="http://schemas.microsoft.com/office/drawing/2014/main" id="{DD26D070-2F9F-E4DE-B392-0818067D6324}"/>
              </a:ext>
            </a:extLst>
          </p:cNvPr>
          <p:cNvSpPr>
            <a:spLocks noGrp="1"/>
          </p:cNvSpPr>
          <p:nvPr>
            <p:ph type="sldNum" sz="quarter" idx="5"/>
          </p:nvPr>
        </p:nvSpPr>
        <p:spPr/>
        <p:txBody>
          <a:bodyPr/>
          <a:lstStyle/>
          <a:p>
            <a:fld id="{42833D02-6B9B-E649-8FE8-C288BCC05650}" type="slidenum">
              <a:rPr lang="en-US" smtClean="0"/>
              <a:t>3</a:t>
            </a:fld>
            <a:endParaRPr lang="en-US"/>
          </a:p>
        </p:txBody>
      </p:sp>
    </p:spTree>
    <p:extLst>
      <p:ext uri="{BB962C8B-B14F-4D97-AF65-F5344CB8AC3E}">
        <p14:creationId xmlns:p14="http://schemas.microsoft.com/office/powerpoint/2010/main" val="2780715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b="1" dirty="0"/>
              <a:t>The </a:t>
            </a:r>
            <a:r>
              <a:rPr lang="en-IN" b="1" dirty="0" err="1"/>
              <a:t>Smol</a:t>
            </a:r>
            <a:r>
              <a:rPr lang="en-IN" b="1" dirty="0"/>
              <a:t> Training Playbook https://</a:t>
            </a:r>
            <a:r>
              <a:rPr lang="en-IN" b="1" dirty="0" err="1"/>
              <a:t>huggingface.co</a:t>
            </a:r>
            <a:r>
              <a:rPr lang="en-IN" b="1" dirty="0"/>
              <a:t>/spaces/</a:t>
            </a:r>
            <a:r>
              <a:rPr lang="en-IN" b="1" dirty="0" err="1"/>
              <a:t>HuggingFaceTB</a:t>
            </a:r>
            <a:r>
              <a:rPr lang="en-IN" b="1" dirty="0"/>
              <a:t>/</a:t>
            </a:r>
            <a:r>
              <a:rPr lang="en-IN" b="1" dirty="0" err="1"/>
              <a:t>smol</a:t>
            </a:r>
            <a:r>
              <a:rPr lang="en-IN" b="1" dirty="0"/>
              <a:t>-training-playbook</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err="1"/>
              <a:t>Toolformer</a:t>
            </a:r>
            <a:r>
              <a:rPr lang="en-IN" dirty="0"/>
              <a:t>: Language Models Can Teach Themselves to Use Tools - https://</a:t>
            </a:r>
            <a:r>
              <a:rPr lang="en-IN" dirty="0" err="1"/>
              <a:t>arxiv.org</a:t>
            </a:r>
            <a:r>
              <a:rPr lang="en-IN" dirty="0"/>
              <a:t>/pdf/2302.04761</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IN" b="1" dirty="0"/>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4</a:t>
            </a:fld>
            <a:endParaRPr lang="en-US"/>
          </a:p>
        </p:txBody>
      </p:sp>
    </p:spTree>
    <p:extLst>
      <p:ext uri="{BB962C8B-B14F-4D97-AF65-F5344CB8AC3E}">
        <p14:creationId xmlns:p14="http://schemas.microsoft.com/office/powerpoint/2010/main" val="3800390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Data curation &amp; Tokenization ( Phase1)</a:t>
            </a:r>
          </a:p>
          <a:p>
            <a:pPr marL="171450" indent="-171450">
              <a:buFontTx/>
              <a:buChar char="-"/>
            </a:pPr>
            <a:r>
              <a:rPr lang="en-US" dirty="0"/>
              <a:t>Pre-Training (Phase 2)</a:t>
            </a:r>
          </a:p>
          <a:p>
            <a:pPr marL="171450" indent="-171450">
              <a:buFontTx/>
              <a:buChar char="-"/>
            </a:pPr>
            <a:r>
              <a:rPr lang="en-US" dirty="0"/>
              <a:t>Alignment &amp; Fine Tuning (Phase 3)</a:t>
            </a:r>
          </a:p>
          <a:p>
            <a:pPr marL="171450" indent="-171450">
              <a:buFontTx/>
              <a:buChar char="-"/>
            </a:pPr>
            <a:r>
              <a:rPr lang="en-US" dirty="0"/>
              <a:t>Optimization, Eval &amp; Serving (Phase 4)</a:t>
            </a:r>
          </a:p>
          <a:p>
            <a:pPr marL="171450" indent="-171450">
              <a:buFontTx/>
              <a:buChar char="-"/>
            </a:pPr>
            <a:endParaRPr lang="en-US" dirty="0"/>
          </a:p>
          <a:p>
            <a:pPr marL="171450" indent="-171450">
              <a:buFontTx/>
              <a:buChar char="-"/>
            </a:pPr>
            <a:r>
              <a:rPr lang="en-US" dirty="0"/>
              <a:t>Phase1</a:t>
            </a:r>
          </a:p>
          <a:p>
            <a:pPr marL="171450" indent="-171450">
              <a:buFontTx/>
              <a:buChar char="-"/>
            </a:pPr>
            <a:r>
              <a:rPr lang="en-US" dirty="0"/>
              <a:t>Raw Data Sources  (</a:t>
            </a:r>
            <a:r>
              <a:rPr lang="en-US" dirty="0" err="1"/>
              <a:t>CommonCrawl</a:t>
            </a:r>
            <a:r>
              <a:rPr lang="en-US" dirty="0"/>
              <a:t>, </a:t>
            </a:r>
            <a:r>
              <a:rPr lang="en-US" dirty="0" err="1"/>
              <a:t>Github</a:t>
            </a:r>
            <a:r>
              <a:rPr lang="en-US" dirty="0"/>
              <a:t>, Papers)</a:t>
            </a:r>
          </a:p>
          <a:p>
            <a:pPr marL="171450" indent="-171450">
              <a:buFontTx/>
              <a:buChar char="-"/>
            </a:pPr>
            <a:r>
              <a:rPr lang="en-US" dirty="0"/>
              <a:t>Quality Filtering (Heuristics, Language ID)</a:t>
            </a:r>
          </a:p>
          <a:p>
            <a:pPr marL="171450" indent="-171450">
              <a:buFontTx/>
              <a:buChar char="-"/>
            </a:pPr>
            <a:r>
              <a:rPr lang="en-US" dirty="0"/>
              <a:t>Deduplication ( </a:t>
            </a:r>
            <a:r>
              <a:rPr lang="en-US" dirty="0" err="1"/>
              <a:t>MinHash</a:t>
            </a:r>
            <a:r>
              <a:rPr lang="en-US" dirty="0"/>
              <a:t>, LSH, Exact Match)</a:t>
            </a:r>
          </a:p>
          <a:p>
            <a:pPr marL="171450" indent="-171450">
              <a:buFontTx/>
              <a:buChar char="-"/>
            </a:pPr>
            <a:r>
              <a:rPr lang="en-US" dirty="0"/>
              <a:t>Privacy Cleaning ( PII Redaction)</a:t>
            </a:r>
          </a:p>
          <a:p>
            <a:pPr marL="171450" indent="-171450">
              <a:buFontTx/>
              <a:buChar char="-"/>
            </a:pPr>
            <a:r>
              <a:rPr lang="en-US" dirty="0"/>
              <a:t>Tokenizer Training</a:t>
            </a:r>
          </a:p>
          <a:p>
            <a:pPr marL="171450" indent="-171450">
              <a:buFontTx/>
              <a:buChar char="-"/>
            </a:pPr>
            <a:r>
              <a:rPr lang="en-US" dirty="0"/>
              <a:t>Tokenized Dataset ( Trillions of Tokens)</a:t>
            </a:r>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5</a:t>
            </a:fld>
            <a:endParaRPr lang="en-US"/>
          </a:p>
        </p:txBody>
      </p:sp>
    </p:spTree>
    <p:extLst>
      <p:ext uri="{BB962C8B-B14F-4D97-AF65-F5344CB8AC3E}">
        <p14:creationId xmlns:p14="http://schemas.microsoft.com/office/powerpoint/2010/main" val="4289061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Data curation &amp; Tokenization ( Phase1)</a:t>
            </a:r>
          </a:p>
          <a:p>
            <a:pPr marL="171450" indent="-171450">
              <a:buFontTx/>
              <a:buChar char="-"/>
            </a:pPr>
            <a:r>
              <a:rPr lang="en-US" dirty="0"/>
              <a:t>Pre-Training (Phase 2)</a:t>
            </a:r>
          </a:p>
          <a:p>
            <a:pPr marL="171450" indent="-171450">
              <a:buFontTx/>
              <a:buChar char="-"/>
            </a:pPr>
            <a:r>
              <a:rPr lang="en-US" dirty="0"/>
              <a:t>Alignment &amp; Fine Tuning (Phase 3)</a:t>
            </a:r>
          </a:p>
          <a:p>
            <a:pPr marL="171450" indent="-171450">
              <a:buFontTx/>
              <a:buChar char="-"/>
            </a:pPr>
            <a:r>
              <a:rPr lang="en-US" dirty="0"/>
              <a:t>Optimization, Eval &amp; Serving (Phase 4)</a:t>
            </a:r>
          </a:p>
          <a:p>
            <a:pPr marL="171450" indent="-171450">
              <a:buFontTx/>
              <a:buChar char="-"/>
            </a:pPr>
            <a:endParaRPr lang="en-US" dirty="0"/>
          </a:p>
          <a:p>
            <a:pPr marL="171450" indent="-171450">
              <a:buFontTx/>
              <a:buChar char="-"/>
            </a:pPr>
            <a:r>
              <a:rPr lang="en-US" dirty="0"/>
              <a:t>Phase2</a:t>
            </a:r>
          </a:p>
          <a:p>
            <a:pPr marL="171450" indent="-171450">
              <a:buFontTx/>
              <a:buChar char="-"/>
            </a:pPr>
            <a:r>
              <a:rPr lang="en-US" dirty="0"/>
              <a:t>Architecture Definition ( Transformer, </a:t>
            </a:r>
            <a:r>
              <a:rPr lang="en-US" dirty="0" err="1"/>
              <a:t>RoPE</a:t>
            </a:r>
            <a:r>
              <a:rPr lang="en-US" dirty="0"/>
              <a:t>, MOE, GQA)</a:t>
            </a:r>
          </a:p>
          <a:p>
            <a:pPr marL="628650" lvl="1" indent="-171450">
              <a:buFontTx/>
              <a:buChar char="-"/>
            </a:pPr>
            <a:r>
              <a:rPr lang="en-US" dirty="0"/>
              <a:t>Transformers</a:t>
            </a:r>
          </a:p>
          <a:p>
            <a:pPr marL="628650" lvl="1" indent="-171450">
              <a:buFontTx/>
              <a:buChar char="-"/>
            </a:pPr>
            <a:r>
              <a:rPr lang="en-US" dirty="0"/>
              <a:t>Rotational Positional Encoding</a:t>
            </a:r>
          </a:p>
          <a:p>
            <a:pPr marL="628650" lvl="1" indent="-171450">
              <a:buFontTx/>
              <a:buChar char="-"/>
            </a:pPr>
            <a:r>
              <a:rPr lang="en-US" dirty="0"/>
              <a:t>Mixture of Experts</a:t>
            </a:r>
          </a:p>
          <a:p>
            <a:pPr marL="628650" lvl="1" indent="-171450">
              <a:buFontTx/>
              <a:buChar char="-"/>
            </a:pPr>
            <a:r>
              <a:rPr lang="en-US" dirty="0"/>
              <a:t> Grouped Query Attention</a:t>
            </a:r>
          </a:p>
          <a:p>
            <a:pPr marL="171450" lvl="0" indent="-171450">
              <a:buFontTx/>
              <a:buChar char="-"/>
            </a:pPr>
            <a:r>
              <a:rPr lang="en-US" dirty="0"/>
              <a:t>Weight initialization</a:t>
            </a:r>
          </a:p>
          <a:p>
            <a:pPr marL="171450" lvl="0" indent="-171450">
              <a:buFontTx/>
              <a:buChar char="-"/>
            </a:pPr>
            <a:r>
              <a:rPr lang="en-US" dirty="0"/>
              <a:t>3d parallelism (data, tensor, Pipeline)</a:t>
            </a:r>
          </a:p>
          <a:p>
            <a:pPr marL="171450" lvl="0" indent="-171450">
              <a:buFontTx/>
              <a:buChar char="-"/>
            </a:pPr>
            <a:r>
              <a:rPr lang="en-US" dirty="0"/>
              <a:t>Forward Pass</a:t>
            </a:r>
          </a:p>
          <a:p>
            <a:pPr marL="171450" lvl="0" indent="-171450">
              <a:buFontTx/>
              <a:buChar char="-"/>
            </a:pPr>
            <a:r>
              <a:rPr lang="en-US" dirty="0"/>
              <a:t>Loss calculation </a:t>
            </a:r>
          </a:p>
          <a:p>
            <a:pPr marL="628650" lvl="1" indent="-171450">
              <a:buFontTx/>
              <a:buChar char="-"/>
            </a:pPr>
            <a:r>
              <a:rPr lang="en-US" dirty="0"/>
              <a:t>– Next token prediction</a:t>
            </a:r>
          </a:p>
          <a:p>
            <a:pPr marL="171450" lvl="0" indent="-171450">
              <a:buFontTx/>
              <a:buChar char="-"/>
            </a:pPr>
            <a:r>
              <a:rPr lang="en-US" dirty="0"/>
              <a:t>Backward Pass (Gradient Calculation</a:t>
            </a:r>
          </a:p>
          <a:p>
            <a:pPr marL="171450" lvl="0" indent="-171450">
              <a:buFontTx/>
              <a:buChar char="-"/>
            </a:pPr>
            <a:r>
              <a:rPr lang="en-US" dirty="0"/>
              <a:t>Optimizer Step ( </a:t>
            </a:r>
            <a:r>
              <a:rPr lang="en-US" dirty="0" err="1"/>
              <a:t>AdamW</a:t>
            </a:r>
            <a:r>
              <a:rPr lang="en-US" dirty="0"/>
              <a:t>, Learning Rate Scheduler)</a:t>
            </a:r>
          </a:p>
          <a:p>
            <a:pPr marL="171450" lvl="0" indent="-171450">
              <a:buFontTx/>
              <a:buChar char="-"/>
            </a:pPr>
            <a:endParaRPr lang="en-US" dirty="0"/>
          </a:p>
          <a:p>
            <a:pPr marL="171450" lvl="0" indent="-171450">
              <a:buFontTx/>
              <a:buChar char="-"/>
            </a:pPr>
            <a:endParaRPr lang="en-US" dirty="0"/>
          </a:p>
          <a:p>
            <a:pPr marL="171450" lvl="0" indent="-171450">
              <a:buFontTx/>
              <a:buChar char="-"/>
            </a:pPr>
            <a:r>
              <a:rPr lang="en-US" dirty="0"/>
              <a:t>Base foundation model ( Raw Checkpoint)</a:t>
            </a:r>
          </a:p>
        </p:txBody>
      </p:sp>
      <p:sp>
        <p:nvSpPr>
          <p:cNvPr id="4" name="Slide Number Placeholder 3"/>
          <p:cNvSpPr>
            <a:spLocks noGrp="1"/>
          </p:cNvSpPr>
          <p:nvPr>
            <p:ph type="sldNum" sz="quarter" idx="5"/>
          </p:nvPr>
        </p:nvSpPr>
        <p:spPr/>
        <p:txBody>
          <a:bodyPr/>
          <a:lstStyle/>
          <a:p>
            <a:fld id="{42833D02-6B9B-E649-8FE8-C288BCC05650}" type="slidenum">
              <a:rPr lang="en-US" smtClean="0"/>
              <a:t>6</a:t>
            </a:fld>
            <a:endParaRPr lang="en-US"/>
          </a:p>
        </p:txBody>
      </p:sp>
    </p:spTree>
    <p:extLst>
      <p:ext uri="{BB962C8B-B14F-4D97-AF65-F5344CB8AC3E}">
        <p14:creationId xmlns:p14="http://schemas.microsoft.com/office/powerpoint/2010/main" val="3239675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Data curation &amp; Tokenization ( Phase1)</a:t>
            </a:r>
          </a:p>
          <a:p>
            <a:pPr marL="171450" indent="-171450">
              <a:buFontTx/>
              <a:buChar char="-"/>
            </a:pPr>
            <a:r>
              <a:rPr lang="en-US" dirty="0"/>
              <a:t>Pre-Training (Phase 2)</a:t>
            </a:r>
          </a:p>
          <a:p>
            <a:pPr marL="171450" indent="-171450">
              <a:buFontTx/>
              <a:buChar char="-"/>
            </a:pPr>
            <a:r>
              <a:rPr lang="en-US" dirty="0"/>
              <a:t>Alignment &amp; Fine Tuning (Phase 3)</a:t>
            </a:r>
          </a:p>
          <a:p>
            <a:pPr marL="171450" indent="-171450">
              <a:buFontTx/>
              <a:buChar char="-"/>
            </a:pPr>
            <a:r>
              <a:rPr lang="en-US" dirty="0"/>
              <a:t>Optimization, Eval &amp; Serving (Phase 4)</a:t>
            </a:r>
          </a:p>
          <a:p>
            <a:pPr marL="171450" indent="-171450">
              <a:buFontTx/>
              <a:buChar char="-"/>
            </a:pPr>
            <a:endParaRPr lang="en-US" dirty="0"/>
          </a:p>
          <a:p>
            <a:pPr marL="171450" indent="-171450">
              <a:buFontTx/>
              <a:buChar char="-"/>
            </a:pPr>
            <a:r>
              <a:rPr lang="en-US" dirty="0"/>
              <a:t>Phase3</a:t>
            </a:r>
          </a:p>
          <a:p>
            <a:pPr marL="171450" indent="-171450">
              <a:buFontTx/>
              <a:buChar char="-"/>
            </a:pPr>
            <a:r>
              <a:rPr lang="en-US" dirty="0"/>
              <a:t>Supervised Fine-Tuning (SFT) (Instruction Tunning)</a:t>
            </a:r>
          </a:p>
          <a:p>
            <a:pPr marL="171450" indent="-171450">
              <a:buFontTx/>
              <a:buChar char="-"/>
            </a:pPr>
            <a:r>
              <a:rPr lang="en-US" dirty="0"/>
              <a:t>SFT Model</a:t>
            </a:r>
          </a:p>
          <a:p>
            <a:pPr marL="171450" indent="-171450">
              <a:buFontTx/>
              <a:buChar char="-"/>
            </a:pPr>
            <a:r>
              <a:rPr lang="en-US" dirty="0"/>
              <a:t>RL optimization (PPO/DPO/RLHF/RLAIF) </a:t>
            </a:r>
          </a:p>
          <a:p>
            <a:pPr marL="628650" lvl="1" indent="-171450">
              <a:buFontTx/>
              <a:buChar char="-"/>
            </a:pPr>
            <a:r>
              <a:rPr lang="en-US" dirty="0"/>
              <a:t>Proximal policy optimization</a:t>
            </a:r>
          </a:p>
          <a:p>
            <a:pPr marL="628650" lvl="1" indent="-171450">
              <a:buFontTx/>
              <a:buChar char="-"/>
            </a:pPr>
            <a:r>
              <a:rPr lang="en-US" dirty="0"/>
              <a:t>Direct preference optimization</a:t>
            </a:r>
          </a:p>
          <a:p>
            <a:pPr marL="628650" lvl="1" indent="-171450">
              <a:buFontTx/>
              <a:buChar char="-"/>
            </a:pPr>
            <a:r>
              <a:rPr lang="en-US" dirty="0"/>
              <a:t>Reinforcement learning, human feedback, or AI feedback.</a:t>
            </a:r>
          </a:p>
          <a:p>
            <a:pPr marL="171450" lvl="0" indent="-171450">
              <a:buFontTx/>
              <a:buChar char="-"/>
            </a:pPr>
            <a:r>
              <a:rPr lang="en-US" dirty="0"/>
              <a:t>Aligned model: cha/instruct. </a:t>
            </a:r>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7</a:t>
            </a:fld>
            <a:endParaRPr lang="en-US"/>
          </a:p>
        </p:txBody>
      </p:sp>
    </p:spTree>
    <p:extLst>
      <p:ext uri="{BB962C8B-B14F-4D97-AF65-F5344CB8AC3E}">
        <p14:creationId xmlns:p14="http://schemas.microsoft.com/office/powerpoint/2010/main" val="2786439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Data curation &amp; Tokenization ( Phase1)</a:t>
            </a:r>
          </a:p>
          <a:p>
            <a:pPr marL="171450" indent="-171450">
              <a:buFontTx/>
              <a:buChar char="-"/>
            </a:pPr>
            <a:r>
              <a:rPr lang="en-US" dirty="0"/>
              <a:t>Pre-Training (Phase 2)</a:t>
            </a:r>
          </a:p>
          <a:p>
            <a:pPr marL="171450" indent="-171450">
              <a:buFontTx/>
              <a:buChar char="-"/>
            </a:pPr>
            <a:r>
              <a:rPr lang="en-US" dirty="0"/>
              <a:t>Alignment &amp; Fine Tuning (Phase 3)</a:t>
            </a:r>
          </a:p>
          <a:p>
            <a:pPr marL="171450" indent="-171450">
              <a:buFontTx/>
              <a:buChar char="-"/>
            </a:pPr>
            <a:r>
              <a:rPr lang="en-US" dirty="0"/>
              <a:t>Optimization, Eval &amp; Serving (Phase 4)</a:t>
            </a:r>
          </a:p>
          <a:p>
            <a:pPr marL="171450" indent="-171450">
              <a:buFontTx/>
              <a:buChar char="-"/>
            </a:pPr>
            <a:endParaRPr lang="en-US" dirty="0"/>
          </a:p>
          <a:p>
            <a:pPr marL="171450" indent="-171450">
              <a:buFontTx/>
              <a:buChar char="-"/>
            </a:pPr>
            <a:r>
              <a:rPr lang="en-US" dirty="0"/>
              <a:t>Phase 4</a:t>
            </a:r>
          </a:p>
          <a:p>
            <a:pPr marL="171450" indent="-171450">
              <a:buFontTx/>
              <a:buChar char="-"/>
            </a:pPr>
            <a:r>
              <a:rPr lang="en-US" dirty="0"/>
              <a:t>Evaluation Benchmarks ( MMLU, GSM8K, </a:t>
            </a:r>
            <a:r>
              <a:rPr lang="en-US" dirty="0" err="1"/>
              <a:t>HumanEval</a:t>
            </a:r>
            <a:r>
              <a:rPr lang="en-US" dirty="0"/>
              <a:t>)</a:t>
            </a:r>
          </a:p>
          <a:p>
            <a:pPr marL="171450" indent="-171450">
              <a:buFontTx/>
              <a:buChar char="-"/>
            </a:pPr>
            <a:r>
              <a:rPr lang="en-US" dirty="0"/>
              <a:t>Red Teaming (Safety &amp; Jailbreak testing)</a:t>
            </a:r>
          </a:p>
          <a:p>
            <a:pPr marL="171450" indent="-171450">
              <a:buFontTx/>
              <a:buChar char="-"/>
            </a:pPr>
            <a:r>
              <a:rPr lang="en-US" dirty="0"/>
              <a:t>Compression</a:t>
            </a:r>
          </a:p>
          <a:p>
            <a:pPr marL="628650" lvl="1" indent="-171450">
              <a:buFontTx/>
              <a:buChar char="-"/>
            </a:pPr>
            <a:r>
              <a:rPr lang="en-US" dirty="0"/>
              <a:t>Quantization (AWQ, GPTQ)</a:t>
            </a:r>
          </a:p>
          <a:p>
            <a:pPr marL="628650" lvl="1" indent="-171450">
              <a:buFontTx/>
              <a:buChar char="-"/>
            </a:pPr>
            <a:r>
              <a:rPr lang="en-US" dirty="0"/>
              <a:t>Pruning</a:t>
            </a:r>
          </a:p>
          <a:p>
            <a:pPr marL="628650" lvl="1" indent="-171450">
              <a:buFontTx/>
              <a:buChar char="-"/>
            </a:pPr>
            <a:r>
              <a:rPr lang="en-US" dirty="0"/>
              <a:t>Distillation</a:t>
            </a:r>
          </a:p>
          <a:p>
            <a:pPr marL="171450" lvl="0" indent="-171450">
              <a:buFontTx/>
              <a:buChar char="-"/>
            </a:pPr>
            <a:r>
              <a:rPr lang="en-US" dirty="0"/>
              <a:t>Inference Engines</a:t>
            </a:r>
          </a:p>
          <a:p>
            <a:pPr marL="628650" lvl="1" indent="-171450">
              <a:buFontTx/>
              <a:buChar char="-"/>
            </a:pPr>
            <a:r>
              <a:rPr lang="en-US" dirty="0" err="1"/>
              <a:t>vLLM</a:t>
            </a:r>
            <a:r>
              <a:rPr lang="en-US" dirty="0"/>
              <a:t>, TGI, </a:t>
            </a:r>
            <a:r>
              <a:rPr lang="en-US" dirty="0" err="1"/>
              <a:t>TensortRT</a:t>
            </a:r>
            <a:r>
              <a:rPr lang="en-US" dirty="0"/>
              <a:t>-LLM</a:t>
            </a:r>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8</a:t>
            </a:fld>
            <a:endParaRPr lang="en-US"/>
          </a:p>
        </p:txBody>
      </p:sp>
    </p:spTree>
    <p:extLst>
      <p:ext uri="{BB962C8B-B14F-4D97-AF65-F5344CB8AC3E}">
        <p14:creationId xmlns:p14="http://schemas.microsoft.com/office/powerpoint/2010/main" val="519222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nSpc>
                <a:spcPct val="100000"/>
              </a:lnSpc>
              <a:defRPr b="1"/>
            </a:pPr>
            <a:r>
              <a:rPr lang="en-GB" baseline="0" dirty="0"/>
              <a:t>AI Workloads</a:t>
            </a:r>
          </a:p>
          <a:p>
            <a:pPr lvl="1">
              <a:lnSpc>
                <a:spcPct val="100000"/>
              </a:lnSpc>
            </a:pPr>
            <a:r>
              <a:rPr lang="en-GB" baseline="0" dirty="0"/>
              <a:t>LLMs</a:t>
            </a:r>
          </a:p>
          <a:p>
            <a:pPr lvl="1">
              <a:lnSpc>
                <a:spcPct val="100000"/>
              </a:lnSpc>
            </a:pPr>
            <a:r>
              <a:rPr lang="en-IN" baseline="0" dirty="0"/>
              <a:t>Embeddings &amp; Retrieval</a:t>
            </a:r>
            <a:endParaRPr lang="en-GB" baseline="0" dirty="0"/>
          </a:p>
          <a:p>
            <a:pPr lvl="1">
              <a:lnSpc>
                <a:spcPct val="100000"/>
              </a:lnSpc>
            </a:pPr>
            <a:r>
              <a:rPr lang="en-IN" baseline="0" dirty="0" err="1"/>
              <a:t>Reranker</a:t>
            </a:r>
            <a:r>
              <a:rPr lang="en-IN" baseline="0" dirty="0"/>
              <a:t>: Search &amp; context</a:t>
            </a:r>
            <a:endParaRPr lang="en-GB" baseline="0" dirty="0"/>
          </a:p>
          <a:p>
            <a:pPr lvl="1">
              <a:lnSpc>
                <a:spcPct val="100000"/>
              </a:lnSpc>
            </a:pPr>
            <a:r>
              <a:rPr lang="en-IN" baseline="0" dirty="0"/>
              <a:t>Prompt Guard/Safety Filters</a:t>
            </a:r>
            <a:endParaRPr lang="en-GB" baseline="0" dirty="0"/>
          </a:p>
          <a:p>
            <a:pPr lvl="0">
              <a:lnSpc>
                <a:spcPct val="100000"/>
              </a:lnSpc>
              <a:defRPr b="1"/>
            </a:pPr>
            <a:r>
              <a:rPr lang="en-GB" baseline="0" dirty="0"/>
              <a:t>AI Apps</a:t>
            </a:r>
          </a:p>
          <a:p>
            <a:pPr lvl="1">
              <a:lnSpc>
                <a:spcPct val="100000"/>
              </a:lnSpc>
            </a:pPr>
            <a:r>
              <a:rPr lang="en-GB" baseline="0" dirty="0"/>
              <a:t>Agents</a:t>
            </a:r>
          </a:p>
          <a:p>
            <a:pPr lvl="1">
              <a:lnSpc>
                <a:spcPct val="100000"/>
              </a:lnSpc>
            </a:pPr>
            <a:r>
              <a:rPr lang="en-GB" baseline="0" dirty="0"/>
              <a:t>MCP Servers</a:t>
            </a:r>
          </a:p>
          <a:p>
            <a:pPr lvl="1">
              <a:lnSpc>
                <a:spcPct val="100000"/>
              </a:lnSpc>
            </a:pPr>
            <a:r>
              <a:rPr lang="en-GB" baseline="0" dirty="0"/>
              <a:t>A2A Servers</a:t>
            </a:r>
          </a:p>
          <a:p>
            <a:pPr lvl="1">
              <a:lnSpc>
                <a:spcPct val="100000"/>
              </a:lnSpc>
            </a:pPr>
            <a:r>
              <a:rPr lang="en-GB" baseline="0" dirty="0"/>
              <a:t>Semantic Cache</a:t>
            </a:r>
          </a:p>
          <a:p>
            <a:pPr lvl="1">
              <a:lnSpc>
                <a:spcPct val="100000"/>
              </a:lnSpc>
            </a:pPr>
            <a:r>
              <a:rPr lang="en-GB" baseline="0" dirty="0"/>
              <a:t> RAG Search</a:t>
            </a:r>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9</a:t>
            </a:fld>
            <a:endParaRPr lang="en-US"/>
          </a:p>
        </p:txBody>
      </p:sp>
    </p:spTree>
    <p:extLst>
      <p:ext uri="{BB962C8B-B14F-4D97-AF65-F5344CB8AC3E}">
        <p14:creationId xmlns:p14="http://schemas.microsoft.com/office/powerpoint/2010/main" val="248236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AI Apps</a:t>
            </a:r>
          </a:p>
          <a:p>
            <a:endParaRPr lang="en-US" dirty="0"/>
          </a:p>
          <a:p>
            <a:r>
              <a:rPr lang="en-US" dirty="0"/>
              <a:t>Now we have understood about how LLMs are built. We know that LLMs have cutoffs, and if you have to augment or inject external context, you have to build integrations with external sources like Slack docs, emails, DBs, APIs. You have to fill in data from these sources into our application so that it can be injected with prompt output. </a:t>
            </a:r>
          </a:p>
        </p:txBody>
      </p:sp>
      <p:sp>
        <p:nvSpPr>
          <p:cNvPr id="4" name="Slide Number Placeholder 3"/>
          <p:cNvSpPr>
            <a:spLocks noGrp="1"/>
          </p:cNvSpPr>
          <p:nvPr>
            <p:ph type="sldNum" sz="quarter" idx="5"/>
          </p:nvPr>
        </p:nvSpPr>
        <p:spPr/>
        <p:txBody>
          <a:bodyPr/>
          <a:lstStyle/>
          <a:p>
            <a:fld id="{42833D02-6B9B-E649-8FE8-C288BCC05650}" type="slidenum">
              <a:rPr lang="en-US" smtClean="0"/>
              <a:t>10</a:t>
            </a:fld>
            <a:endParaRPr lang="en-US"/>
          </a:p>
        </p:txBody>
      </p:sp>
    </p:spTree>
    <p:extLst>
      <p:ext uri="{BB962C8B-B14F-4D97-AF65-F5344CB8AC3E}">
        <p14:creationId xmlns:p14="http://schemas.microsoft.com/office/powerpoint/2010/main" val="4147973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E578F-6ABE-1907-86B8-AE8CBD98F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DD2F0-6104-88B8-9B87-3886D9179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D2379-44B2-FB8D-09B1-47BCA89B8F3C}"/>
              </a:ext>
            </a:extLst>
          </p:cNvPr>
          <p:cNvSpPr>
            <a:spLocks noGrp="1"/>
          </p:cNvSpPr>
          <p:nvPr>
            <p:ph type="body" idx="1"/>
          </p:nvPr>
        </p:nvSpPr>
        <p:spPr/>
        <p:txBody>
          <a:bodyPr/>
          <a:lstStyle/>
          <a:p>
            <a:r>
              <a:rPr lang="en-US" dirty="0"/>
              <a:t>Applications terminology interchangeably used for Agent now. </a:t>
            </a:r>
          </a:p>
          <a:p>
            <a:r>
              <a:rPr lang="en-US" dirty="0"/>
              <a:t>AI agent is more frequent used term of  apps</a:t>
            </a:r>
          </a:p>
          <a:p>
            <a:endParaRPr lang="en-US" dirty="0"/>
          </a:p>
          <a:p>
            <a:endParaRPr lang="en-US" dirty="0"/>
          </a:p>
        </p:txBody>
      </p:sp>
      <p:sp>
        <p:nvSpPr>
          <p:cNvPr id="4" name="Slide Number Placeholder 3">
            <a:extLst>
              <a:ext uri="{FF2B5EF4-FFF2-40B4-BE49-F238E27FC236}">
                <a16:creationId xmlns:a16="http://schemas.microsoft.com/office/drawing/2014/main" id="{AAC14B6C-9BB5-D8F7-7960-36B1C706EDC6}"/>
              </a:ext>
            </a:extLst>
          </p:cNvPr>
          <p:cNvSpPr>
            <a:spLocks noGrp="1"/>
          </p:cNvSpPr>
          <p:nvPr>
            <p:ph type="sldNum" sz="quarter" idx="5"/>
          </p:nvPr>
        </p:nvSpPr>
        <p:spPr/>
        <p:txBody>
          <a:bodyPr/>
          <a:lstStyle/>
          <a:p>
            <a:fld id="{42833D02-6B9B-E649-8FE8-C288BCC05650}" type="slidenum">
              <a:rPr lang="en-US" smtClean="0"/>
              <a:t>11</a:t>
            </a:fld>
            <a:endParaRPr lang="en-US"/>
          </a:p>
        </p:txBody>
      </p:sp>
    </p:spTree>
    <p:extLst>
      <p:ext uri="{BB962C8B-B14F-4D97-AF65-F5344CB8AC3E}">
        <p14:creationId xmlns:p14="http://schemas.microsoft.com/office/powerpoint/2010/main" val="3235923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arxiv.org</a:t>
            </a:r>
            <a:r>
              <a:rPr lang="en-US" dirty="0"/>
              <a:t>/pdf/2504.16736</a:t>
            </a:r>
          </a:p>
          <a:p>
            <a:r>
              <a:rPr lang="en-US" dirty="0"/>
              <a:t>A Survey of Agent Protocols</a:t>
            </a:r>
          </a:p>
          <a:p>
            <a:endParaRPr lang="en-US" dirty="0"/>
          </a:p>
          <a:p>
            <a:r>
              <a:rPr lang="en-IN" dirty="0"/>
              <a:t>AI domain development timeline: </a:t>
            </a:r>
          </a:p>
          <a:p>
            <a:r>
              <a:rPr lang="en-IN" dirty="0"/>
              <a:t>- Large language models</a:t>
            </a:r>
          </a:p>
          <a:p>
            <a:r>
              <a:rPr lang="en-IN" dirty="0"/>
              <a:t>- Agent frameworks</a:t>
            </a:r>
          </a:p>
          <a:p>
            <a:r>
              <a:rPr lang="en-IN" dirty="0"/>
              <a:t>- Agent protocols</a:t>
            </a:r>
          </a:p>
          <a:p>
            <a:pPr marL="171450" indent="-171450">
              <a:buFontTx/>
              <a:buChar char="-"/>
            </a:pPr>
            <a:r>
              <a:rPr lang="en-IN" dirty="0"/>
              <a:t>Applications and Enterprise platforms</a:t>
            </a:r>
          </a:p>
          <a:p>
            <a:pPr marL="171450" indent="-171450">
              <a:buFontTx/>
              <a:buChar char="-"/>
            </a:pPr>
            <a:endParaRPr lang="en-IN" dirty="0"/>
          </a:p>
          <a:p>
            <a:pPr marL="171450" indent="-171450">
              <a:buFontTx/>
              <a:buChar char="-"/>
            </a:pPr>
            <a:r>
              <a:rPr lang="en-IN" dirty="0"/>
              <a:t>Timeline till 2025 not </a:t>
            </a:r>
            <a:r>
              <a:rPr lang="en-IN" dirty="0" err="1"/>
              <a:t>upto</a:t>
            </a:r>
            <a:r>
              <a:rPr lang="en-IN" dirty="0"/>
              <a:t> date till 2026, shows rise of models, frameworks and agent protocols.</a:t>
            </a:r>
          </a:p>
          <a:p>
            <a:pPr marL="171450" indent="-171450">
              <a:buFontTx/>
              <a:buChar char="-"/>
            </a:pPr>
            <a:endParaRPr lang="en-IN" dirty="0"/>
          </a:p>
          <a:p>
            <a:pPr marL="171450" indent="-171450">
              <a:buFontTx/>
              <a:buChar char="-"/>
            </a:pPr>
            <a:endParaRPr lang="en-IN" dirty="0"/>
          </a:p>
          <a:p>
            <a:pPr marL="171450" indent="-171450">
              <a:buFontTx/>
              <a:buChar char="-"/>
            </a:pPr>
            <a:endParaRPr lang="en-IN" dirty="0"/>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12</a:t>
            </a:fld>
            <a:endParaRPr lang="en-US"/>
          </a:p>
        </p:txBody>
      </p:sp>
    </p:spTree>
    <p:extLst>
      <p:ext uri="{BB962C8B-B14F-4D97-AF65-F5344CB8AC3E}">
        <p14:creationId xmlns:p14="http://schemas.microsoft.com/office/powerpoint/2010/main" val="922826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B5923-F579-E66B-68D8-E1E45178A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1AEF0-C09B-EC60-EF5A-E2EE802A6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6CB2B-DC6B-A302-B107-5ADE2D728E53}"/>
              </a:ext>
            </a:extLst>
          </p:cNvPr>
          <p:cNvSpPr>
            <a:spLocks noGrp="1"/>
          </p:cNvSpPr>
          <p:nvPr>
            <p:ph type="body" idx="1"/>
          </p:nvPr>
        </p:nvSpPr>
        <p:spPr/>
        <p:txBody>
          <a:bodyPr/>
          <a:lstStyle/>
          <a:p>
            <a:r>
              <a:rPr lang="en-US" dirty="0"/>
              <a:t>https://</a:t>
            </a:r>
            <a:r>
              <a:rPr lang="en-US" dirty="0" err="1"/>
              <a:t>arxiv.org</a:t>
            </a:r>
            <a:r>
              <a:rPr lang="en-US" dirty="0"/>
              <a:t>/pdf/2504.16736</a:t>
            </a:r>
          </a:p>
          <a:p>
            <a:r>
              <a:rPr lang="en-US" dirty="0"/>
              <a:t>A Survey of Agent Protocols</a:t>
            </a:r>
          </a:p>
          <a:p>
            <a:pPr marL="171450" indent="-171450">
              <a:buFontTx/>
              <a:buChar char="-"/>
            </a:pPr>
            <a:endParaRPr lang="en-US" dirty="0"/>
          </a:p>
          <a:p>
            <a:pPr marL="171450" indent="-171450">
              <a:buFontTx/>
              <a:buChar char="-"/>
            </a:pPr>
            <a:endParaRPr lang="en-US" dirty="0"/>
          </a:p>
          <a:p>
            <a:pPr marL="171450" indent="-171450">
              <a:buFontTx/>
              <a:buChar char="-"/>
            </a:pPr>
            <a:r>
              <a:rPr lang="en-US" dirty="0"/>
              <a:t>There are 10+ protocols now acting as standards </a:t>
            </a:r>
          </a:p>
          <a:p>
            <a:pPr marL="171450" indent="-171450">
              <a:buFontTx/>
              <a:buChar char="-"/>
            </a:pPr>
            <a:r>
              <a:rPr lang="en-US" dirty="0"/>
              <a:t>Majorly there are two categories</a:t>
            </a:r>
          </a:p>
          <a:p>
            <a:pPr marL="171450" indent="-171450">
              <a:buFontTx/>
              <a:buChar char="-"/>
            </a:pPr>
            <a:r>
              <a:rPr lang="en-US" dirty="0"/>
              <a:t>Context – oriented and inter agent</a:t>
            </a:r>
          </a:p>
          <a:p>
            <a:pPr marL="171450" indent="-171450">
              <a:buFontTx/>
              <a:buChar char="-"/>
            </a:pPr>
            <a:endParaRPr lang="en-IN" dirty="0"/>
          </a:p>
          <a:p>
            <a:pPr marL="171450" indent="-171450">
              <a:buFontTx/>
              <a:buChar char="-"/>
            </a:pPr>
            <a:endParaRPr lang="en-IN" dirty="0"/>
          </a:p>
          <a:p>
            <a:pPr marL="171450" indent="-171450">
              <a:buFontTx/>
              <a:buChar char="-"/>
            </a:pPr>
            <a:endParaRPr lang="en-IN" dirty="0"/>
          </a:p>
          <a:p>
            <a:endParaRPr lang="en-US" dirty="0"/>
          </a:p>
        </p:txBody>
      </p:sp>
      <p:sp>
        <p:nvSpPr>
          <p:cNvPr id="4" name="Slide Number Placeholder 3">
            <a:extLst>
              <a:ext uri="{FF2B5EF4-FFF2-40B4-BE49-F238E27FC236}">
                <a16:creationId xmlns:a16="http://schemas.microsoft.com/office/drawing/2014/main" id="{312A75BD-DA6D-D917-BCF3-836489A20432}"/>
              </a:ext>
            </a:extLst>
          </p:cNvPr>
          <p:cNvSpPr>
            <a:spLocks noGrp="1"/>
          </p:cNvSpPr>
          <p:nvPr>
            <p:ph type="sldNum" sz="quarter" idx="5"/>
          </p:nvPr>
        </p:nvSpPr>
        <p:spPr/>
        <p:txBody>
          <a:bodyPr/>
          <a:lstStyle/>
          <a:p>
            <a:fld id="{42833D02-6B9B-E649-8FE8-C288BCC05650}" type="slidenum">
              <a:rPr lang="en-US" smtClean="0"/>
              <a:t>13</a:t>
            </a:fld>
            <a:endParaRPr lang="en-US"/>
          </a:p>
        </p:txBody>
      </p:sp>
    </p:spTree>
    <p:extLst>
      <p:ext uri="{BB962C8B-B14F-4D97-AF65-F5344CB8AC3E}">
        <p14:creationId xmlns:p14="http://schemas.microsoft.com/office/powerpoint/2010/main" val="1997877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879D6-5D57-E300-E092-14E53955C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7AE0D-237C-EF94-0436-FDAE0A45C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6C6EF-3923-DC99-1A0A-C0E3B42E1E1D}"/>
              </a:ext>
            </a:extLst>
          </p:cNvPr>
          <p:cNvSpPr>
            <a:spLocks noGrp="1"/>
          </p:cNvSpPr>
          <p:nvPr>
            <p:ph type="body" idx="1"/>
          </p:nvPr>
        </p:nvSpPr>
        <p:spPr/>
        <p:txBody>
          <a:bodyPr/>
          <a:lstStyle/>
          <a:p>
            <a:endParaRPr lang="en-US" dirty="0"/>
          </a:p>
          <a:p>
            <a:r>
              <a:rPr lang="en-US" dirty="0"/>
              <a:t>MCP</a:t>
            </a:r>
          </a:p>
          <a:p>
            <a:pPr marL="171450" indent="-171450">
              <a:buFontTx/>
              <a:buChar char="-"/>
            </a:pPr>
            <a:r>
              <a:rPr lang="en-IN" dirty="0"/>
              <a:t>The central MCP Travel Client directly invokes Flight Server, Hotel Server, and Weather Server through respective calls (</a:t>
            </a:r>
            <a:r>
              <a:rPr lang="en-IN" dirty="0" err="1"/>
              <a:t>get_flights</a:t>
            </a:r>
            <a:r>
              <a:rPr lang="en-IN" dirty="0"/>
              <a:t>(), </a:t>
            </a:r>
            <a:r>
              <a:rPr lang="en-IN" dirty="0" err="1"/>
              <a:t>get_hotels</a:t>
            </a:r>
            <a:r>
              <a:rPr lang="en-IN" dirty="0"/>
              <a:t>(), </a:t>
            </a:r>
            <a:r>
              <a:rPr lang="en-IN" dirty="0" err="1"/>
              <a:t>get_weather</a:t>
            </a:r>
            <a:r>
              <a:rPr lang="en-IN" dirty="0"/>
              <a:t>()).</a:t>
            </a:r>
          </a:p>
          <a:p>
            <a:pPr marL="171450" indent="-171450">
              <a:buFontTx/>
              <a:buChar char="-"/>
            </a:pPr>
            <a:r>
              <a:rPr lang="en-IN" dirty="0"/>
              <a:t>All external services are treated as tools that provide information but don’t interact with each other.</a:t>
            </a:r>
          </a:p>
          <a:p>
            <a:pPr marL="171450" indent="-171450">
              <a:buFontTx/>
              <a:buChar char="-"/>
            </a:pPr>
            <a:r>
              <a:rPr lang="en-IN" dirty="0"/>
              <a:t>Information flow follows a strict star pattern with the MCP Travel Client at the </a:t>
            </a:r>
            <a:r>
              <a:rPr lang="en-IN" dirty="0" err="1"/>
              <a:t>center</a:t>
            </a:r>
            <a:r>
              <a:rPr lang="en-IN" dirty="0"/>
              <a:t>.</a:t>
            </a:r>
          </a:p>
          <a:p>
            <a:pPr marL="171450" indent="-171450">
              <a:buFontTx/>
              <a:buChar char="-"/>
            </a:pPr>
            <a:r>
              <a:rPr lang="en-IN" dirty="0"/>
              <a:t>The client is responsible for aggregating all responses and generating the complete travel plan.</a:t>
            </a:r>
          </a:p>
          <a:p>
            <a:endParaRPr lang="en-US" dirty="0"/>
          </a:p>
          <a:p>
            <a:r>
              <a:rPr lang="en-US" dirty="0"/>
              <a:t>A2A</a:t>
            </a:r>
          </a:p>
          <a:p>
            <a:pPr marL="171450" indent="-171450">
              <a:buFontTx/>
              <a:buChar char="-"/>
            </a:pPr>
            <a:r>
              <a:rPr lang="en-IN" dirty="0"/>
              <a:t>Agents are organized into logical departments (Transportation, Accommodation &amp; Activities). </a:t>
            </a:r>
          </a:p>
          <a:p>
            <a:pPr marL="171450" indent="-171450">
              <a:buFontTx/>
              <a:buChar char="-"/>
            </a:pPr>
            <a:r>
              <a:rPr lang="en-IN" dirty="0"/>
              <a:t>Each agent has explicit dependencies: the Flight Agent and Activity Agent depend on the Weather Agent for environmental data</a:t>
            </a:r>
          </a:p>
          <a:p>
            <a:pPr marL="171450" indent="-171450">
              <a:buFontTx/>
              <a:buChar char="-"/>
            </a:pPr>
            <a:r>
              <a:rPr lang="en-IN" dirty="0"/>
              <a:t> Agents communicate directly with each other, without requiring central coordination for every interaction.</a:t>
            </a:r>
          </a:p>
          <a:p>
            <a:pPr marL="171450" indent="-171450">
              <a:buFontTx/>
              <a:buChar char="-"/>
            </a:pPr>
            <a:r>
              <a:rPr lang="en-IN" dirty="0"/>
              <a:t>The A2A Travel Planner functions as a non-central coordinator that primarily collects final results.</a:t>
            </a:r>
            <a:endParaRPr lang="en-US" dirty="0"/>
          </a:p>
        </p:txBody>
      </p:sp>
      <p:sp>
        <p:nvSpPr>
          <p:cNvPr id="4" name="Slide Number Placeholder 3">
            <a:extLst>
              <a:ext uri="{FF2B5EF4-FFF2-40B4-BE49-F238E27FC236}">
                <a16:creationId xmlns:a16="http://schemas.microsoft.com/office/drawing/2014/main" id="{A2016C1C-5E6E-FBCF-75D9-60A42C44E17F}"/>
              </a:ext>
            </a:extLst>
          </p:cNvPr>
          <p:cNvSpPr>
            <a:spLocks noGrp="1"/>
          </p:cNvSpPr>
          <p:nvPr>
            <p:ph type="sldNum" sz="quarter" idx="5"/>
          </p:nvPr>
        </p:nvSpPr>
        <p:spPr/>
        <p:txBody>
          <a:bodyPr/>
          <a:lstStyle/>
          <a:p>
            <a:fld id="{42833D02-6B9B-E649-8FE8-C288BCC05650}" type="slidenum">
              <a:rPr lang="en-US" smtClean="0"/>
              <a:t>14</a:t>
            </a:fld>
            <a:endParaRPr lang="en-US"/>
          </a:p>
        </p:txBody>
      </p:sp>
    </p:spTree>
    <p:extLst>
      <p:ext uri="{BB962C8B-B14F-4D97-AF65-F5344CB8AC3E}">
        <p14:creationId xmlns:p14="http://schemas.microsoft.com/office/powerpoint/2010/main" val="4276062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E0837-05AD-4E7F-DD64-E8AF77C6B7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93B18-1C25-FC93-9239-5B7FFBBBB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C5FA2-0C23-94FF-24BE-B628729CE191}"/>
              </a:ext>
            </a:extLst>
          </p:cNvPr>
          <p:cNvSpPr>
            <a:spLocks noGrp="1"/>
          </p:cNvSpPr>
          <p:nvPr>
            <p:ph type="body" idx="1"/>
          </p:nvPr>
        </p:nvSpPr>
        <p:spPr/>
        <p:txBody>
          <a:bodyPr/>
          <a:lstStyle/>
          <a:p>
            <a:r>
              <a:rPr lang="en-US" dirty="0"/>
              <a:t>https://</a:t>
            </a:r>
            <a:r>
              <a:rPr lang="en-US" dirty="0" err="1"/>
              <a:t>huggingface.co</a:t>
            </a:r>
            <a:r>
              <a:rPr lang="en-US" dirty="0"/>
              <a:t>/learn/</a:t>
            </a:r>
            <a:r>
              <a:rPr lang="en-US" dirty="0" err="1"/>
              <a:t>mcp</a:t>
            </a:r>
            <a:r>
              <a:rPr lang="en-US" dirty="0"/>
              <a:t>-course/unit0/</a:t>
            </a:r>
            <a:r>
              <a:rPr lang="en-US" dirty="0" err="1"/>
              <a:t>introduction#i-still-have-questions</a:t>
            </a:r>
            <a:endParaRPr lang="en-US" dirty="0"/>
          </a:p>
          <a:p>
            <a:endParaRPr lang="en-US" dirty="0"/>
          </a:p>
        </p:txBody>
      </p:sp>
      <p:sp>
        <p:nvSpPr>
          <p:cNvPr id="4" name="Slide Number Placeholder 3">
            <a:extLst>
              <a:ext uri="{FF2B5EF4-FFF2-40B4-BE49-F238E27FC236}">
                <a16:creationId xmlns:a16="http://schemas.microsoft.com/office/drawing/2014/main" id="{0B336F37-38D4-EBD1-1509-374EA2399CB2}"/>
              </a:ext>
            </a:extLst>
          </p:cNvPr>
          <p:cNvSpPr>
            <a:spLocks noGrp="1"/>
          </p:cNvSpPr>
          <p:nvPr>
            <p:ph type="sldNum" sz="quarter" idx="5"/>
          </p:nvPr>
        </p:nvSpPr>
        <p:spPr/>
        <p:txBody>
          <a:bodyPr/>
          <a:lstStyle/>
          <a:p>
            <a:fld id="{42833D02-6B9B-E649-8FE8-C288BCC05650}" type="slidenum">
              <a:rPr lang="en-US" smtClean="0"/>
              <a:t>15</a:t>
            </a:fld>
            <a:endParaRPr lang="en-US"/>
          </a:p>
        </p:txBody>
      </p:sp>
    </p:spTree>
    <p:extLst>
      <p:ext uri="{BB962C8B-B14F-4D97-AF65-F5344CB8AC3E}">
        <p14:creationId xmlns:p14="http://schemas.microsoft.com/office/powerpoint/2010/main" val="911912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The power of MCP explained in one picture! </a:t>
            </a:r>
            <a:br>
              <a:rPr lang="en-IN" sz="1200" b="0" i="0" kern="1200" dirty="0">
                <a:solidFill>
                  <a:schemeClr val="tx1"/>
                </a:solidFill>
                <a:effectLst/>
                <a:latin typeface="+mn-lt"/>
                <a:ea typeface="+mn-ea"/>
                <a:cs typeface="+mn-cs"/>
              </a:rPr>
            </a:b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Without MCP: </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Every LLM app wrote its own tool integration </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M apps &amp; N tools = M×N integrations </a:t>
            </a:r>
            <a:br>
              <a:rPr lang="en-IN" sz="1200" b="0" i="0" kern="1200" dirty="0">
                <a:solidFill>
                  <a:schemeClr val="tx1"/>
                </a:solidFill>
                <a:effectLst/>
                <a:latin typeface="+mn-lt"/>
                <a:ea typeface="+mn-ea"/>
                <a:cs typeface="+mn-cs"/>
              </a:rPr>
            </a:b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With MCP: </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Create an MCP server for your tool and plug it into an LLM app </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You go from M×N integrations to M+N integrations</a:t>
            </a:r>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16</a:t>
            </a:fld>
            <a:endParaRPr lang="en-US"/>
          </a:p>
        </p:txBody>
      </p:sp>
    </p:spTree>
    <p:extLst>
      <p:ext uri="{BB962C8B-B14F-4D97-AF65-F5344CB8AC3E}">
        <p14:creationId xmlns:p14="http://schemas.microsoft.com/office/powerpoint/2010/main" val="1337870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u="none" strike="noStrike" kern="1200" dirty="0">
                <a:solidFill>
                  <a:schemeClr val="tx1"/>
                </a:solidFill>
                <a:effectLst/>
                <a:latin typeface="+mn-lt"/>
                <a:ea typeface="+mn-ea"/>
                <a:cs typeface="+mn-cs"/>
                <a:hlinkClick r:id="rId3"/>
              </a:rPr>
              <a:t>JSON-RPC 2.0</a:t>
            </a:r>
            <a:r>
              <a:rPr lang="en-US" sz="1200" b="1" i="0" u="none" strike="noStrike" kern="1200" dirty="0">
                <a:solidFill>
                  <a:schemeClr val="tx1"/>
                </a:solidFill>
                <a:effectLst/>
                <a:latin typeface="+mn-lt"/>
                <a:ea typeface="+mn-ea"/>
                <a:cs typeface="+mn-cs"/>
              </a:rPr>
              <a:t> as underlying data protocol.</a:t>
            </a:r>
          </a:p>
          <a:p>
            <a:r>
              <a:rPr lang="en-IN" sz="1200" b="1" i="0" u="none" strike="noStrike" kern="1200" dirty="0">
                <a:solidFill>
                  <a:schemeClr val="tx1"/>
                </a:solidFill>
                <a:effectLst/>
                <a:latin typeface="+mn-lt"/>
                <a:ea typeface="+mn-ea"/>
                <a:cs typeface="+mn-cs"/>
              </a:rPr>
              <a:t>Client Server communication happens </a:t>
            </a:r>
            <a:r>
              <a:rPr lang="en-IN" sz="1200" b="1" i="0" u="none" strike="noStrike" kern="1200" dirty="0" err="1">
                <a:solidFill>
                  <a:schemeClr val="tx1"/>
                </a:solidFill>
                <a:effectLst/>
                <a:latin typeface="+mn-lt"/>
                <a:ea typeface="+mn-ea"/>
                <a:cs typeface="+mn-cs"/>
              </a:rPr>
              <a:t>thorugh</a:t>
            </a:r>
            <a:r>
              <a:rPr lang="en-IN" sz="1200" b="1" i="0" u="none" strike="noStrike" kern="1200" dirty="0">
                <a:solidFill>
                  <a:schemeClr val="tx1"/>
                </a:solidFill>
                <a:effectLst/>
                <a:latin typeface="+mn-lt"/>
                <a:ea typeface="+mn-ea"/>
                <a:cs typeface="+mn-cs"/>
              </a:rPr>
              <a:t> </a:t>
            </a:r>
            <a:r>
              <a:rPr lang="en-IN" sz="1200" b="1" i="0" u="none" strike="noStrike" kern="1200" dirty="0" err="1">
                <a:solidFill>
                  <a:schemeClr val="tx1"/>
                </a:solidFill>
                <a:effectLst/>
                <a:latin typeface="+mn-lt"/>
                <a:ea typeface="+mn-ea"/>
                <a:cs typeface="+mn-cs"/>
              </a:rPr>
              <a:t>stdio</a:t>
            </a:r>
            <a:r>
              <a:rPr lang="en-IN" sz="1200" b="1" i="0" u="none" strike="noStrike" kern="1200" dirty="0">
                <a:solidFill>
                  <a:schemeClr val="tx1"/>
                </a:solidFill>
                <a:effectLst/>
                <a:latin typeface="+mn-lt"/>
                <a:ea typeface="+mn-ea"/>
                <a:cs typeface="+mn-cs"/>
              </a:rPr>
              <a:t>, </a:t>
            </a:r>
            <a:r>
              <a:rPr lang="en-IN" sz="1200" b="1" i="0" u="none" strike="noStrike" kern="1200" dirty="0" err="1">
                <a:solidFill>
                  <a:schemeClr val="tx1"/>
                </a:solidFill>
                <a:effectLst/>
                <a:latin typeface="+mn-lt"/>
                <a:ea typeface="+mn-ea"/>
                <a:cs typeface="+mn-cs"/>
              </a:rPr>
              <a:t>stremable</a:t>
            </a:r>
            <a:r>
              <a:rPr lang="en-IN" sz="1200" b="1" i="0" u="none" strike="noStrike" kern="1200" dirty="0">
                <a:solidFill>
                  <a:schemeClr val="tx1"/>
                </a:solidFill>
                <a:effectLst/>
                <a:latin typeface="+mn-lt"/>
                <a:ea typeface="+mn-ea"/>
                <a:cs typeface="+mn-cs"/>
              </a:rPr>
              <a:t> HTTP</a:t>
            </a:r>
            <a:br>
              <a:rPr lang="en-IN" sz="1200" b="1" i="0" u="none" strike="noStrike" kern="1200" dirty="0">
                <a:solidFill>
                  <a:schemeClr val="tx1"/>
                </a:solidFill>
                <a:effectLst/>
                <a:latin typeface="+mn-lt"/>
                <a:ea typeface="+mn-ea"/>
                <a:cs typeface="+mn-cs"/>
              </a:rPr>
            </a:br>
            <a:br>
              <a:rPr lang="en-IN" sz="1200" b="1" i="0" u="none" strike="noStrike"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MCP Host</a:t>
            </a:r>
            <a:r>
              <a:rPr lang="en-IN" sz="1200" b="0" i="0" kern="1200" dirty="0">
                <a:solidFill>
                  <a:schemeClr val="tx1"/>
                </a:solidFill>
                <a:effectLst/>
                <a:latin typeface="+mn-lt"/>
                <a:ea typeface="+mn-ea"/>
                <a:cs typeface="+mn-cs"/>
              </a:rPr>
              <a:t>: The AI application that coordinates and manages one or multiple MCP clients</a:t>
            </a:r>
          </a:p>
          <a:p>
            <a:r>
              <a:rPr lang="en-IN" sz="1200" b="1" i="0" kern="1200" dirty="0">
                <a:solidFill>
                  <a:schemeClr val="tx1"/>
                </a:solidFill>
                <a:effectLst/>
                <a:latin typeface="+mn-lt"/>
                <a:ea typeface="+mn-ea"/>
                <a:cs typeface="+mn-cs"/>
              </a:rPr>
              <a:t>MCP Client</a:t>
            </a:r>
            <a:r>
              <a:rPr lang="en-IN" sz="1200" b="0" i="0" kern="1200" dirty="0">
                <a:solidFill>
                  <a:schemeClr val="tx1"/>
                </a:solidFill>
                <a:effectLst/>
                <a:latin typeface="+mn-lt"/>
                <a:ea typeface="+mn-ea"/>
                <a:cs typeface="+mn-cs"/>
              </a:rPr>
              <a:t>: A component that maintains a connection to an MCP server and obtains context from an MCP server for the MCP host to use</a:t>
            </a:r>
          </a:p>
          <a:p>
            <a:r>
              <a:rPr lang="en-IN" sz="1200" b="1" i="0" kern="1200" dirty="0">
                <a:solidFill>
                  <a:schemeClr val="tx1"/>
                </a:solidFill>
                <a:effectLst/>
                <a:latin typeface="+mn-lt"/>
                <a:ea typeface="+mn-ea"/>
                <a:cs typeface="+mn-cs"/>
              </a:rPr>
              <a:t>MCP Server</a:t>
            </a:r>
            <a:r>
              <a:rPr lang="en-IN" sz="1200" b="0" i="0" kern="1200" dirty="0">
                <a:solidFill>
                  <a:schemeClr val="tx1"/>
                </a:solidFill>
                <a:effectLst/>
                <a:latin typeface="+mn-lt"/>
                <a:ea typeface="+mn-ea"/>
                <a:cs typeface="+mn-cs"/>
              </a:rPr>
              <a:t>: A program that provides context to MCP clients</a:t>
            </a:r>
          </a:p>
          <a:p>
            <a:endParaRPr lang="en-US" sz="1200" b="1"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2833D02-6B9B-E649-8FE8-C288BCC05650}" type="slidenum">
              <a:rPr lang="en-US" smtClean="0"/>
              <a:t>17</a:t>
            </a:fld>
            <a:endParaRPr lang="en-US"/>
          </a:p>
        </p:txBody>
      </p:sp>
    </p:spTree>
    <p:extLst>
      <p:ext uri="{BB962C8B-B14F-4D97-AF65-F5344CB8AC3E}">
        <p14:creationId xmlns:p14="http://schemas.microsoft.com/office/powerpoint/2010/main" val="2294980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Tools &gt; </a:t>
            </a:r>
            <a:r>
              <a:rPr lang="en-IN" dirty="0">
                <a:effectLst/>
              </a:rPr>
              <a:t>Expose functions as executable capabilities for your MCP client.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Resources -&gt; </a:t>
            </a:r>
            <a:r>
              <a:rPr lang="en-IN" dirty="0">
                <a:effectLst/>
              </a:rPr>
              <a:t>Expose data sources and dynamic content generators to your MCP client.</a:t>
            </a:r>
          </a:p>
          <a:p>
            <a:r>
              <a:rPr lang="en-IN" sz="1200" b="0" i="0" kern="1200" dirty="0">
                <a:solidFill>
                  <a:schemeClr val="tx1"/>
                </a:solidFill>
                <a:effectLst/>
                <a:latin typeface="+mn-lt"/>
                <a:ea typeface="+mn-ea"/>
                <a:cs typeface="+mn-cs"/>
              </a:rPr>
              <a:t>Prompts -&gt; </a:t>
            </a:r>
            <a:r>
              <a:rPr lang="en-IN" dirty="0">
                <a:effectLst/>
              </a:rPr>
              <a:t>Create reusable, parameterized prompt templates for MCP clients.</a:t>
            </a:r>
          </a:p>
          <a:p>
            <a:endParaRPr lang="en-IN" sz="1200" b="0" i="0" kern="1200" dirty="0">
              <a:solidFill>
                <a:schemeClr val="tx1"/>
              </a:solidFill>
              <a:effectLst/>
              <a:latin typeface="+mn-lt"/>
              <a:ea typeface="+mn-ea"/>
              <a:cs typeface="+mn-cs"/>
            </a:endParaRPr>
          </a:p>
          <a:p>
            <a:endParaRPr lang="en-IN" sz="1200" b="0" i="0" kern="1200" dirty="0">
              <a:solidFill>
                <a:schemeClr val="tx1"/>
              </a:solidFill>
              <a:effectLst/>
              <a:latin typeface="+mn-lt"/>
              <a:ea typeface="+mn-ea"/>
              <a:cs typeface="+mn-cs"/>
            </a:endParaRPr>
          </a:p>
          <a:p>
            <a:r>
              <a:rPr lang="en-US" dirty="0"/>
              <a:t>Elicitation- &gt; Allows </a:t>
            </a:r>
            <a:r>
              <a:rPr lang="en-US" dirty="0" err="1"/>
              <a:t>mcp</a:t>
            </a:r>
            <a:r>
              <a:rPr lang="en-US" dirty="0"/>
              <a:t> servers to request structured input from users during tool execution</a:t>
            </a:r>
          </a:p>
          <a:p>
            <a:r>
              <a:rPr lang="en-US" dirty="0"/>
              <a:t> Sampling -&gt; </a:t>
            </a:r>
            <a:r>
              <a:rPr lang="en-IN" sz="1200" b="0" i="0" kern="1200" dirty="0">
                <a:solidFill>
                  <a:schemeClr val="tx1"/>
                </a:solidFill>
                <a:effectLst/>
                <a:latin typeface="+mn-lt"/>
                <a:ea typeface="+mn-ea"/>
                <a:cs typeface="+mn-cs"/>
              </a:rPr>
              <a:t>MCP servers can request LLM completions from clients. The client handles these requests through a sampling handler callback.</a:t>
            </a:r>
            <a:endParaRPr lang="en-IN" dirty="0"/>
          </a:p>
        </p:txBody>
      </p:sp>
      <p:sp>
        <p:nvSpPr>
          <p:cNvPr id="4" name="Slide Number Placeholder 3"/>
          <p:cNvSpPr>
            <a:spLocks noGrp="1"/>
          </p:cNvSpPr>
          <p:nvPr>
            <p:ph type="sldNum" sz="quarter" idx="5"/>
          </p:nvPr>
        </p:nvSpPr>
        <p:spPr/>
        <p:txBody>
          <a:bodyPr/>
          <a:lstStyle/>
          <a:p>
            <a:fld id="{42833D02-6B9B-E649-8FE8-C288BCC05650}" type="slidenum">
              <a:rPr lang="en-US" smtClean="0"/>
              <a:t>18</a:t>
            </a:fld>
            <a:endParaRPr lang="en-US"/>
          </a:p>
        </p:txBody>
      </p:sp>
    </p:spTree>
    <p:extLst>
      <p:ext uri="{BB962C8B-B14F-4D97-AF65-F5344CB8AC3E}">
        <p14:creationId xmlns:p14="http://schemas.microsoft.com/office/powerpoint/2010/main" val="1514622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https://</a:t>
            </a:r>
            <a:r>
              <a:rPr lang="en-US" dirty="0" err="1"/>
              <a:t>excalidraw.com</a:t>
            </a:r>
            <a:r>
              <a:rPr lang="en-US" dirty="0"/>
              <a:t>/#</a:t>
            </a:r>
            <a:r>
              <a:rPr lang="en-US" dirty="0" err="1"/>
              <a:t>json</a:t>
            </a:r>
            <a:r>
              <a:rPr lang="en-US" dirty="0"/>
              <a:t>=bpoBjKQrPSNT4EmcrIhn9,h4tC_iV3fko12OZ8VPiANw</a:t>
            </a:r>
          </a:p>
          <a:p>
            <a:endParaRPr lang="en-US" dirty="0"/>
          </a:p>
          <a:p>
            <a:r>
              <a:rPr lang="en-US" dirty="0"/>
              <a:t>Phase1 : Discovery </a:t>
            </a:r>
          </a:p>
          <a:p>
            <a:r>
              <a:rPr lang="en-US" dirty="0"/>
              <a:t>Phase2: Reasoning</a:t>
            </a:r>
          </a:p>
          <a:p>
            <a:r>
              <a:rPr lang="en-US" dirty="0"/>
              <a:t>Phase 3: Execution</a:t>
            </a:r>
          </a:p>
          <a:p>
            <a:r>
              <a:rPr lang="en-US" dirty="0"/>
              <a:t>Phase 4: Synthesis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19</a:t>
            </a:fld>
            <a:endParaRPr lang="en-US"/>
          </a:p>
        </p:txBody>
      </p:sp>
    </p:spTree>
    <p:extLst>
      <p:ext uri="{BB962C8B-B14F-4D97-AF65-F5344CB8AC3E}">
        <p14:creationId xmlns:p14="http://schemas.microsoft.com/office/powerpoint/2010/main" val="2408514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20</a:t>
            </a:fld>
            <a:endParaRPr lang="en-US"/>
          </a:p>
        </p:txBody>
      </p:sp>
    </p:spTree>
    <p:extLst>
      <p:ext uri="{BB962C8B-B14F-4D97-AF65-F5344CB8AC3E}">
        <p14:creationId xmlns:p14="http://schemas.microsoft.com/office/powerpoint/2010/main" val="334602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21</a:t>
            </a:fld>
            <a:endParaRPr lang="en-US"/>
          </a:p>
        </p:txBody>
      </p:sp>
    </p:spTree>
    <p:extLst>
      <p:ext uri="{BB962C8B-B14F-4D97-AF65-F5344CB8AC3E}">
        <p14:creationId xmlns:p14="http://schemas.microsoft.com/office/powerpoint/2010/main" val="37261703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22</a:t>
            </a:fld>
            <a:endParaRPr lang="en-US"/>
          </a:p>
        </p:txBody>
      </p:sp>
    </p:spTree>
    <p:extLst>
      <p:ext uri="{BB962C8B-B14F-4D97-AF65-F5344CB8AC3E}">
        <p14:creationId xmlns:p14="http://schemas.microsoft.com/office/powerpoint/2010/main" val="16216321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23</a:t>
            </a:fld>
            <a:endParaRPr lang="en-US"/>
          </a:p>
        </p:txBody>
      </p:sp>
    </p:spTree>
    <p:extLst>
      <p:ext uri="{BB962C8B-B14F-4D97-AF65-F5344CB8AC3E}">
        <p14:creationId xmlns:p14="http://schemas.microsoft.com/office/powerpoint/2010/main" val="3297912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24</a:t>
            </a:fld>
            <a:endParaRPr lang="en-US"/>
          </a:p>
        </p:txBody>
      </p:sp>
    </p:spTree>
    <p:extLst>
      <p:ext uri="{BB962C8B-B14F-4D97-AF65-F5344CB8AC3E}">
        <p14:creationId xmlns:p14="http://schemas.microsoft.com/office/powerpoint/2010/main" val="64838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25</a:t>
            </a:fld>
            <a:endParaRPr lang="en-US"/>
          </a:p>
        </p:txBody>
      </p:sp>
    </p:spTree>
    <p:extLst>
      <p:ext uri="{BB962C8B-B14F-4D97-AF65-F5344CB8AC3E}">
        <p14:creationId xmlns:p14="http://schemas.microsoft.com/office/powerpoint/2010/main" val="3327286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27</a:t>
            </a:fld>
            <a:endParaRPr lang="en-US"/>
          </a:p>
        </p:txBody>
      </p:sp>
    </p:spTree>
    <p:extLst>
      <p:ext uri="{BB962C8B-B14F-4D97-AF65-F5344CB8AC3E}">
        <p14:creationId xmlns:p14="http://schemas.microsoft.com/office/powerpoint/2010/main" val="29742297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Simplicity: A2A emphasizes reusing existing standards. For example, it adopts HTTP(S) as the transport layer, JSON-RPC 2.0 as the messaging format, and Server-Sent Events (SSE) for streaming. This lightweight protocol design reduces both the learning curve and implementation complexity.</a:t>
            </a:r>
            <a:br>
              <a:rPr lang="en-IN" dirty="0"/>
            </a:br>
            <a:br>
              <a:rPr lang="en-IN" dirty="0"/>
            </a:br>
            <a:r>
              <a:rPr lang="en-IN" dirty="0"/>
              <a:t> • Enterprise Readiness: The protocol is designed with built-in considerations for authentication, authorization, security, privacy, traceability, and observability. Agents can be treated as enterprise-grade applications, ensuring robustness and security in production environments. </a:t>
            </a:r>
            <a:br>
              <a:rPr lang="en-IN" dirty="0"/>
            </a:br>
            <a:br>
              <a:rPr lang="en-IN" dirty="0"/>
            </a:br>
            <a:r>
              <a:rPr lang="en-IN" dirty="0"/>
              <a:t>• Async-First Architecture: A2A is </a:t>
            </a:r>
            <a:r>
              <a:rPr lang="en-IN" dirty="0" err="1"/>
              <a:t>centered</a:t>
            </a:r>
            <a:r>
              <a:rPr lang="en-IN" dirty="0"/>
              <a:t> around the concept of Task, and supports long-running asynchronous workflows, including scenarios involving multi-turn human-</a:t>
            </a:r>
            <a:r>
              <a:rPr lang="en-IN" dirty="0" err="1"/>
              <a:t>inthe</a:t>
            </a:r>
            <a:r>
              <a:rPr lang="en-IN" dirty="0"/>
              <a:t>-loop interactions. It supports various asynchronous patterns such as polling, SSE-based updates, and push notifications, enabling real-time feedback, notifications and task status updates. </a:t>
            </a:r>
            <a:br>
              <a:rPr lang="en-IN" dirty="0"/>
            </a:br>
            <a:br>
              <a:rPr lang="en-IN" dirty="0"/>
            </a:br>
            <a:r>
              <a:rPr lang="en-IN" dirty="0"/>
              <a:t>• Modality Agnostic: A2A natively supports text, files, forms, media formats such as audio/video streams and embedded frames (</a:t>
            </a:r>
            <a:r>
              <a:rPr lang="en-IN" dirty="0" err="1"/>
              <a:t>iframes</a:t>
            </a:r>
            <a:r>
              <a:rPr lang="en-IN" dirty="0"/>
              <a:t>). This reflects the multi-modal nature of agent environments. </a:t>
            </a:r>
            <a:br>
              <a:rPr lang="en-IN" dirty="0"/>
            </a:br>
            <a:br>
              <a:rPr lang="en-IN" dirty="0"/>
            </a:br>
            <a:r>
              <a:rPr lang="en-IN" dirty="0"/>
              <a:t>• Opaque Execution: Agent interactions in A2A do not required to share thoughts, plans, or tools. The focus remains on context, state, instructions, and data, preserving implementation privacy and intellectual property. However, task-related metadata is shared, resulting in a semi-transparent collaboration with potential risks of resource exposure.</a:t>
            </a:r>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28</a:t>
            </a:fld>
            <a:endParaRPr lang="en-US"/>
          </a:p>
        </p:txBody>
      </p:sp>
    </p:spTree>
    <p:extLst>
      <p:ext uri="{BB962C8B-B14F-4D97-AF65-F5344CB8AC3E}">
        <p14:creationId xmlns:p14="http://schemas.microsoft.com/office/powerpoint/2010/main" val="33918323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29</a:t>
            </a:fld>
            <a:endParaRPr lang="en-US"/>
          </a:p>
        </p:txBody>
      </p:sp>
    </p:spTree>
    <p:extLst>
      <p:ext uri="{BB962C8B-B14F-4D97-AF65-F5344CB8AC3E}">
        <p14:creationId xmlns:p14="http://schemas.microsoft.com/office/powerpoint/2010/main" val="5930596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document interaction between two different agents. </a:t>
            </a:r>
          </a:p>
          <a:p>
            <a:r>
              <a:rPr lang="en-US" dirty="0"/>
              <a:t>Phase I is discovery, where the client agent discovers all the capabilities of the remote agent. </a:t>
            </a:r>
          </a:p>
          <a:p>
            <a:endParaRPr lang="en-US" dirty="0"/>
          </a:p>
          <a:p>
            <a:r>
              <a:rPr lang="en-US" dirty="0"/>
              <a:t>Discovery</a:t>
            </a:r>
          </a:p>
          <a:p>
            <a:r>
              <a:rPr lang="en-US" dirty="0"/>
              <a:t>Task Delegation</a:t>
            </a:r>
          </a:p>
          <a:p>
            <a:r>
              <a:rPr lang="en-US" dirty="0"/>
              <a:t>Execution </a:t>
            </a:r>
          </a:p>
        </p:txBody>
      </p:sp>
      <p:sp>
        <p:nvSpPr>
          <p:cNvPr id="4" name="Slide Number Placeholder 3"/>
          <p:cNvSpPr>
            <a:spLocks noGrp="1"/>
          </p:cNvSpPr>
          <p:nvPr>
            <p:ph type="sldNum" sz="quarter" idx="5"/>
          </p:nvPr>
        </p:nvSpPr>
        <p:spPr/>
        <p:txBody>
          <a:bodyPr/>
          <a:lstStyle/>
          <a:p>
            <a:fld id="{42833D02-6B9B-E649-8FE8-C288BCC05650}" type="slidenum">
              <a:rPr lang="en-US" smtClean="0"/>
              <a:t>30</a:t>
            </a:fld>
            <a:endParaRPr lang="en-US"/>
          </a:p>
        </p:txBody>
      </p:sp>
    </p:spTree>
    <p:extLst>
      <p:ext uri="{BB962C8B-B14F-4D97-AF65-F5344CB8AC3E}">
        <p14:creationId xmlns:p14="http://schemas.microsoft.com/office/powerpoint/2010/main" val="4232075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IN" dirty="0"/>
              <a:t>Agent card</a:t>
            </a:r>
          </a:p>
          <a:p>
            <a:r>
              <a:rPr lang="en-IN" dirty="0"/>
              <a:t>- Identity</a:t>
            </a:r>
          </a:p>
          <a:p>
            <a:r>
              <a:rPr lang="en-IN" dirty="0"/>
              <a:t>- Capabilities</a:t>
            </a:r>
          </a:p>
          <a:p>
            <a:endParaRPr lang="en-IN" dirty="0"/>
          </a:p>
          <a:p>
            <a:r>
              <a:rPr lang="en-IN" dirty="0"/>
              <a:t>Defines</a:t>
            </a:r>
          </a:p>
          <a:p>
            <a:endParaRPr lang="en-IN" dirty="0"/>
          </a:p>
          <a:p>
            <a:r>
              <a:rPr lang="en-IN" dirty="0"/>
              <a:t>Agent</a:t>
            </a:r>
          </a:p>
          <a:p>
            <a:r>
              <a:rPr lang="en-IN" dirty="0"/>
              <a:t>- Logic</a:t>
            </a:r>
          </a:p>
          <a:p>
            <a:pPr marL="171450" indent="-171450">
              <a:buFontTx/>
              <a:buChar char="-"/>
            </a:pPr>
            <a:r>
              <a:rPr lang="en-IN" dirty="0"/>
              <a:t>Endpoints</a:t>
            </a:r>
          </a:p>
          <a:p>
            <a:pPr marL="171450" indent="-171450">
              <a:buFontTx/>
              <a:buChar char="-"/>
            </a:pPr>
            <a:endParaRPr lang="en-IN" dirty="0"/>
          </a:p>
          <a:p>
            <a:pPr marL="171450" indent="-171450">
              <a:buFontTx/>
              <a:buChar char="-"/>
            </a:pPr>
            <a:r>
              <a:rPr lang="en-IN" dirty="0"/>
              <a:t>Executes</a:t>
            </a:r>
          </a:p>
          <a:p>
            <a:endParaRPr lang="en-IN" dirty="0"/>
          </a:p>
          <a:p>
            <a:r>
              <a:rPr lang="en-IN" dirty="0"/>
              <a:t>Task</a:t>
            </a:r>
          </a:p>
          <a:p>
            <a:r>
              <a:rPr lang="en-IN" dirty="0"/>
              <a:t>- ID </a:t>
            </a:r>
          </a:p>
          <a:p>
            <a:r>
              <a:rPr lang="en-IN" dirty="0"/>
              <a:t>- State</a:t>
            </a:r>
          </a:p>
          <a:p>
            <a:endParaRPr lang="en-IN" dirty="0"/>
          </a:p>
          <a:p>
            <a:r>
              <a:rPr lang="en-IN" dirty="0"/>
              <a:t>Contains</a:t>
            </a:r>
          </a:p>
          <a:p>
            <a:endParaRPr lang="en-IN" dirty="0"/>
          </a:p>
          <a:p>
            <a:r>
              <a:rPr lang="en-IN" dirty="0"/>
              <a:t>Message</a:t>
            </a:r>
          </a:p>
          <a:p>
            <a:r>
              <a:rPr lang="en-IN" dirty="0"/>
              <a:t>- Role</a:t>
            </a:r>
          </a:p>
          <a:p>
            <a:r>
              <a:rPr lang="en-IN" dirty="0"/>
              <a:t>- Content</a:t>
            </a:r>
          </a:p>
          <a:p>
            <a:endParaRPr lang="en-IN" dirty="0"/>
          </a:p>
          <a:p>
            <a:r>
              <a:rPr lang="en-IN" dirty="0"/>
              <a:t>Produces</a:t>
            </a:r>
          </a:p>
          <a:p>
            <a:endParaRPr lang="en-IN" dirty="0"/>
          </a:p>
          <a:p>
            <a:r>
              <a:rPr lang="en-IN" dirty="0"/>
              <a:t>Artifacts</a:t>
            </a:r>
          </a:p>
          <a:p>
            <a:r>
              <a:rPr lang="en-IN" dirty="0"/>
              <a:t>- Type</a:t>
            </a:r>
          </a:p>
          <a:p>
            <a:r>
              <a:rPr lang="en-IN" dirty="0"/>
              <a:t>- Payload</a:t>
            </a:r>
          </a:p>
          <a:p>
            <a:endParaRPr lang="en-IN" dirty="0"/>
          </a:p>
        </p:txBody>
      </p:sp>
      <p:sp>
        <p:nvSpPr>
          <p:cNvPr id="4" name="Slide Number Placeholder 3"/>
          <p:cNvSpPr>
            <a:spLocks noGrp="1"/>
          </p:cNvSpPr>
          <p:nvPr>
            <p:ph type="sldNum" sz="quarter" idx="5"/>
          </p:nvPr>
        </p:nvSpPr>
        <p:spPr/>
        <p:txBody>
          <a:bodyPr/>
          <a:lstStyle/>
          <a:p>
            <a:fld id="{42833D02-6B9B-E649-8FE8-C288BCC05650}" type="slidenum">
              <a:rPr lang="en-US" smtClean="0"/>
              <a:t>31</a:t>
            </a:fld>
            <a:endParaRPr lang="en-US"/>
          </a:p>
        </p:txBody>
      </p:sp>
    </p:spTree>
    <p:extLst>
      <p:ext uri="{BB962C8B-B14F-4D97-AF65-F5344CB8AC3E}">
        <p14:creationId xmlns:p14="http://schemas.microsoft.com/office/powerpoint/2010/main" val="17711521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Involved:</a:t>
            </a:r>
          </a:p>
          <a:p>
            <a:r>
              <a:rPr lang="en-US" dirty="0"/>
              <a:t>Orchestrator Agent</a:t>
            </a:r>
          </a:p>
          <a:p>
            <a:r>
              <a:rPr lang="en-US" dirty="0"/>
              <a:t>Linting Agent</a:t>
            </a:r>
          </a:p>
          <a:p>
            <a:r>
              <a:rPr lang="en-US" dirty="0"/>
              <a:t>Test Gen Agent</a:t>
            </a:r>
          </a:p>
          <a:p>
            <a:r>
              <a:rPr lang="en-US" dirty="0"/>
              <a:t>Security Agent</a:t>
            </a:r>
          </a:p>
          <a:p>
            <a:endParaRPr lang="en-US" dirty="0"/>
          </a:p>
          <a:p>
            <a:r>
              <a:rPr lang="en-US" dirty="0"/>
              <a:t>When a new PR is created, an event payload is generated. Then we trigger different agents in a chain. </a:t>
            </a:r>
          </a:p>
          <a:p>
            <a:r>
              <a:rPr lang="en-US" dirty="0"/>
              <a:t>Orchestrator agent produces tasks for different subagents and gathers reports from them. </a:t>
            </a:r>
          </a:p>
          <a:p>
            <a:r>
              <a:rPr lang="en-US" dirty="0"/>
              <a:t>Once all reports are gathered, the final consolidated report is published on GitHub PR. </a:t>
            </a:r>
          </a:p>
        </p:txBody>
      </p:sp>
      <p:sp>
        <p:nvSpPr>
          <p:cNvPr id="4" name="Slide Number Placeholder 3"/>
          <p:cNvSpPr>
            <a:spLocks noGrp="1"/>
          </p:cNvSpPr>
          <p:nvPr>
            <p:ph type="sldNum" sz="quarter" idx="5"/>
          </p:nvPr>
        </p:nvSpPr>
        <p:spPr/>
        <p:txBody>
          <a:bodyPr/>
          <a:lstStyle/>
          <a:p>
            <a:fld id="{42833D02-6B9B-E649-8FE8-C288BCC05650}" type="slidenum">
              <a:rPr lang="en-US" smtClean="0"/>
              <a:t>32</a:t>
            </a:fld>
            <a:endParaRPr lang="en-US"/>
          </a:p>
        </p:txBody>
      </p:sp>
    </p:spTree>
    <p:extLst>
      <p:ext uri="{BB962C8B-B14F-4D97-AF65-F5344CB8AC3E}">
        <p14:creationId xmlns:p14="http://schemas.microsoft.com/office/powerpoint/2010/main" val="31005029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business process automation with agents.</a:t>
            </a:r>
          </a:p>
          <a:p>
            <a:endParaRPr lang="en-US" dirty="0"/>
          </a:p>
          <a:p>
            <a:r>
              <a:rPr lang="en-US" dirty="0" err="1"/>
              <a:t>Washdog</a:t>
            </a:r>
            <a:r>
              <a:rPr lang="en-US" dirty="0"/>
              <a:t> agent on inventory or warehouse </a:t>
            </a:r>
          </a:p>
          <a:p>
            <a:r>
              <a:rPr lang="en-US" dirty="0"/>
              <a:t>inventory agent</a:t>
            </a:r>
          </a:p>
          <a:p>
            <a:r>
              <a:rPr lang="en-US" dirty="0"/>
              <a:t> procurement agent. </a:t>
            </a:r>
            <a:br>
              <a:rPr lang="en-US" dirty="0"/>
            </a:br>
            <a:br>
              <a:rPr lang="en-US" dirty="0"/>
            </a:br>
            <a:r>
              <a:rPr lang="en-US" dirty="0"/>
              <a:t>- </a:t>
            </a:r>
            <a:r>
              <a:rPr lang="en-IN" dirty="0"/>
              <a:t>Port strike detected, Inventory agent does internal check. </a:t>
            </a:r>
          </a:p>
          <a:p>
            <a:r>
              <a:rPr lang="en-IN" dirty="0"/>
              <a:t>- Check stock critical less than 3 days</a:t>
            </a:r>
          </a:p>
          <a:p>
            <a:r>
              <a:rPr lang="en-IN" dirty="0"/>
              <a:t>- Contact vendors if stock insufficient and get quotes</a:t>
            </a:r>
          </a:p>
          <a:p>
            <a:r>
              <a:rPr lang="en-IN" dirty="0"/>
              <a:t>- Buy from vendor if not sufficient stock</a:t>
            </a:r>
          </a:p>
          <a:p>
            <a:r>
              <a:rPr lang="en-IN" dirty="0"/>
              <a:t>- Stock sufficient, don't do anything</a:t>
            </a:r>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33</a:t>
            </a:fld>
            <a:endParaRPr lang="en-US"/>
          </a:p>
        </p:txBody>
      </p:sp>
    </p:spTree>
    <p:extLst>
      <p:ext uri="{BB962C8B-B14F-4D97-AF65-F5344CB8AC3E}">
        <p14:creationId xmlns:p14="http://schemas.microsoft.com/office/powerpoint/2010/main" val="24943729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scenario of a person who is looking to get rid of termites from his house. </a:t>
            </a:r>
          </a:p>
        </p:txBody>
      </p:sp>
      <p:sp>
        <p:nvSpPr>
          <p:cNvPr id="4" name="Slide Number Placeholder 3"/>
          <p:cNvSpPr>
            <a:spLocks noGrp="1"/>
          </p:cNvSpPr>
          <p:nvPr>
            <p:ph type="sldNum" sz="quarter" idx="5"/>
          </p:nvPr>
        </p:nvSpPr>
        <p:spPr/>
        <p:txBody>
          <a:bodyPr/>
          <a:lstStyle/>
          <a:p>
            <a:fld id="{42833D02-6B9B-E649-8FE8-C288BCC05650}" type="slidenum">
              <a:rPr lang="en-US" smtClean="0"/>
              <a:t>35</a:t>
            </a:fld>
            <a:endParaRPr lang="en-US"/>
          </a:p>
        </p:txBody>
      </p:sp>
    </p:spTree>
    <p:extLst>
      <p:ext uri="{BB962C8B-B14F-4D97-AF65-F5344CB8AC3E}">
        <p14:creationId xmlns:p14="http://schemas.microsoft.com/office/powerpoint/2010/main" val="4194245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Items in the list: </a:t>
            </a:r>
          </a:p>
          <a:p>
            <a:r>
              <a:rPr lang="en-IN" dirty="0"/>
              <a:t>- Prompt injection </a:t>
            </a:r>
          </a:p>
          <a:p>
            <a:r>
              <a:rPr lang="en-IN" dirty="0"/>
              <a:t>- misconfigured or vulnerable tools</a:t>
            </a:r>
          </a:p>
          <a:p>
            <a:r>
              <a:rPr lang="en-IN" dirty="0"/>
              <a:t>- Unsecured code interpreters</a:t>
            </a:r>
          </a:p>
          <a:p>
            <a:r>
              <a:rPr lang="en-IN" dirty="0"/>
              <a:t>- Credential leakage</a:t>
            </a:r>
          </a:p>
          <a:p>
            <a:r>
              <a:rPr lang="en-IN" dirty="0"/>
              <a:t>- Agent communication poisoning</a:t>
            </a:r>
          </a:p>
          <a:p>
            <a:r>
              <a:rPr lang="en-IN" dirty="0"/>
              <a:t>- Resource over load</a:t>
            </a:r>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36</a:t>
            </a:fld>
            <a:endParaRPr lang="en-US"/>
          </a:p>
        </p:txBody>
      </p:sp>
    </p:spTree>
    <p:extLst>
      <p:ext uri="{BB962C8B-B14F-4D97-AF65-F5344CB8AC3E}">
        <p14:creationId xmlns:p14="http://schemas.microsoft.com/office/powerpoint/2010/main" val="38045623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IN" dirty="0">
                <a:hlinkClick r:id="rId3"/>
              </a:rPr>
              <a:t>https://modelcontextprotocol.io/</a:t>
            </a:r>
            <a:endParaRPr lang="en-IN" dirty="0"/>
          </a:p>
          <a:p>
            <a:r>
              <a:rPr lang="en-IN" dirty="0">
                <a:hlinkClick r:id="rId4"/>
              </a:rPr>
              <a:t>https://a2a-protocol.org/</a:t>
            </a:r>
            <a:endParaRPr lang="en-IN" dirty="0"/>
          </a:p>
          <a:p>
            <a:r>
              <a:rPr lang="en-IN" dirty="0"/>
              <a:t>MCP Course by </a:t>
            </a:r>
            <a:r>
              <a:rPr lang="en-IN" dirty="0" err="1"/>
              <a:t>Huggingface</a:t>
            </a:r>
            <a:endParaRPr lang="en-IN" dirty="0"/>
          </a:p>
          <a:p>
            <a:r>
              <a:rPr lang="en-IN" dirty="0"/>
              <a:t>A2A Samples Repo</a:t>
            </a:r>
          </a:p>
          <a:p>
            <a:r>
              <a:rPr lang="en-US" dirty="0"/>
              <a:t>AI-Cloud-</a:t>
            </a:r>
            <a:r>
              <a:rPr lang="en-US" dirty="0" err="1"/>
              <a:t>ZeroToOne</a:t>
            </a:r>
            <a:r>
              <a:rPr lang="en-US" dirty="0"/>
              <a:t>-</a:t>
            </a:r>
            <a:r>
              <a:rPr lang="en-US" dirty="0" err="1"/>
              <a:t>LearningMaterial</a:t>
            </a:r>
            <a:r>
              <a:rPr lang="en-US" dirty="0"/>
              <a:t>  Slack #ai channel</a:t>
            </a:r>
            <a:br>
              <a:rPr lang="en-US" dirty="0"/>
            </a:br>
            <a:endParaRPr lang="en-IN" dirty="0"/>
          </a:p>
          <a:p>
            <a:endParaRPr lang="en-US" dirty="0"/>
          </a:p>
          <a:p>
            <a:endParaRPr lang="en-US" dirty="0"/>
          </a:p>
          <a:p>
            <a:r>
              <a:rPr lang="en-IN" sz="1200" b="0" i="0" u="sng" kern="1200" dirty="0">
                <a:solidFill>
                  <a:schemeClr val="tx1"/>
                </a:solidFill>
                <a:effectLst/>
                <a:latin typeface="+mn-lt"/>
                <a:ea typeface="+mn-ea"/>
                <a:cs typeface="+mn-cs"/>
                <a:hlinkClick r:id="rId5"/>
              </a:rPr>
              <a:t>ImprovingU Course Evaluation MCP &amp; A2A Deep Dive – Fill out </a:t>
            </a:r>
            <a:r>
              <a:rPr lang="en-IN" sz="1200" b="0" i="0" u="sng" kern="1200" dirty="0" err="1">
                <a:solidFill>
                  <a:schemeClr val="tx1"/>
                </a:solidFill>
                <a:effectLst/>
                <a:latin typeface="+mn-lt"/>
                <a:ea typeface="+mn-ea"/>
                <a:cs typeface="+mn-cs"/>
                <a:hlinkClick r:id="rId5"/>
              </a:rPr>
              <a:t>form</a:t>
            </a:r>
            <a:r>
              <a:rPr lang="en-IN" sz="1200" b="0" i="0" kern="1200" dirty="0" err="1">
                <a:solidFill>
                  <a:schemeClr val="tx1"/>
                </a:solidFill>
                <a:effectLst/>
                <a:latin typeface="+mn-lt"/>
                <a:ea typeface="+mn-ea"/>
                <a:cs typeface="+mn-cs"/>
              </a:rPr>
              <a:t>Please</a:t>
            </a:r>
            <a:r>
              <a:rPr lang="en-IN" sz="1200" b="0" i="0" kern="1200" dirty="0">
                <a:solidFill>
                  <a:schemeClr val="tx1"/>
                </a:solidFill>
                <a:effectLst/>
                <a:latin typeface="+mn-lt"/>
                <a:ea typeface="+mn-ea"/>
                <a:cs typeface="+mn-cs"/>
              </a:rPr>
              <a:t> share this feedback form at the end of the session.</a:t>
            </a:r>
          </a:p>
          <a:p>
            <a:endParaRPr lang="en-US" dirty="0"/>
          </a:p>
        </p:txBody>
      </p:sp>
      <p:sp>
        <p:nvSpPr>
          <p:cNvPr id="4" name="Slide Number Placeholder 3"/>
          <p:cNvSpPr>
            <a:spLocks noGrp="1"/>
          </p:cNvSpPr>
          <p:nvPr>
            <p:ph type="sldNum" sz="quarter" idx="5"/>
          </p:nvPr>
        </p:nvSpPr>
        <p:spPr/>
        <p:txBody>
          <a:bodyPr/>
          <a:lstStyle/>
          <a:p>
            <a:fld id="{42833D02-6B9B-E649-8FE8-C288BCC05650}" type="slidenum">
              <a:rPr lang="en-US" smtClean="0"/>
              <a:t>37</a:t>
            </a:fld>
            <a:endParaRPr lang="en-US"/>
          </a:p>
        </p:txBody>
      </p:sp>
    </p:spTree>
    <p:extLst>
      <p:ext uri="{BB962C8B-B14F-4D97-AF65-F5344CB8AC3E}">
        <p14:creationId xmlns:p14="http://schemas.microsoft.com/office/powerpoint/2010/main" val="22317614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846CE7D5-CF57-46EF-B807-FDD0502418D4}" type="datetimeFigureOut">
              <a:rPr lang="en-US" smtClean="0"/>
              <a:t>3/11/2026</a:t>
            </a:fld>
            <a:endParaRPr lang="en-US"/>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222330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60720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11343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379114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1701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29126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615014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63834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44201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84464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txBody>
            <a:bodyPr/>
            <a:lstStyle/>
            <a:p>
              <a:endParaRPr lang="en-US"/>
            </a:p>
          </p:txBody>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1063416"/>
            <a:ext cx="8825659" cy="1379755"/>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51522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40439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32140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46CE7D5-CF57-46EF-B807-FDD0502418D4}"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57227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46CE7D5-CF57-46EF-B807-FDD0502418D4}"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28131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20287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10025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846CE7D5-CF57-46EF-B807-FDD0502418D4}" type="datetimeFigureOut">
              <a:rPr lang="en-US" smtClean="0"/>
              <a:t>3/11/2026</a:t>
            </a:fld>
            <a:endParaRPr lang="en-US"/>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801060794"/>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921" r:id="rId12"/>
    <p:sldLayoutId id="2147483922" r:id="rId13"/>
    <p:sldLayoutId id="2147483923" r:id="rId14"/>
    <p:sldLayoutId id="2147483924" r:id="rId15"/>
    <p:sldLayoutId id="2147483925" r:id="rId16"/>
    <p:sldLayoutId id="2147483926"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jpeg"/><Relationship Id="rId7" Type="http://schemas.openxmlformats.org/officeDocument/2006/relationships/diagramColors" Target="../diagrams/colors4.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7.xml.rels><?xml version="1.0" encoding="UTF-8" standalone="yes"?>
<Relationships xmlns="http://schemas.openxmlformats.org/package/2006/relationships"><Relationship Id="rId3" Type="http://schemas.openxmlformats.org/officeDocument/2006/relationships/hyperlink" Target="https://modelcontextprotocol.io/"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hyperlink" Target="https://fastmcp.wiki/en/" TargetMode="External"/><Relationship Id="rId4" Type="http://schemas.openxmlformats.org/officeDocument/2006/relationships/hyperlink" Target="https://a2a-protocol.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TECH-1147: </a:t>
            </a:r>
            <a:br>
              <a:rPr lang="en-US" dirty="0"/>
            </a:br>
            <a:r>
              <a:rPr lang="en-US" dirty="0"/>
              <a:t>MCP &amp; A2A Deep Dive</a:t>
            </a:r>
          </a:p>
        </p:txBody>
      </p:sp>
      <p:sp>
        <p:nvSpPr>
          <p:cNvPr id="3" name="Subtitle 2"/>
          <p:cNvSpPr>
            <a:spLocks noGrp="1"/>
          </p:cNvSpPr>
          <p:nvPr>
            <p:ph type="subTitle" idx="1"/>
          </p:nvPr>
        </p:nvSpPr>
        <p:spPr/>
        <p:txBody>
          <a:bodyPr>
            <a:normAutofit/>
          </a:bodyPr>
          <a:lstStyle/>
          <a:p>
            <a:r>
              <a:rPr lang="en-US" dirty="0"/>
              <a:t>Sanket Sudake</a:t>
            </a:r>
          </a:p>
          <a:p>
            <a:r>
              <a:rPr lang="en-US" dirty="0"/>
              <a:t>Principal Engineer, Improving</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0ADA1-F5B6-F651-519C-3442DFA46543}"/>
              </a:ext>
            </a:extLst>
          </p:cNvPr>
          <p:cNvSpPr>
            <a:spLocks noGrp="1"/>
          </p:cNvSpPr>
          <p:nvPr>
            <p:ph type="title"/>
          </p:nvPr>
        </p:nvSpPr>
        <p:spPr>
          <a:xfrm>
            <a:off x="1154953" y="973668"/>
            <a:ext cx="8761413" cy="706964"/>
          </a:xfrm>
        </p:spPr>
        <p:txBody>
          <a:bodyPr>
            <a:normAutofit/>
          </a:bodyPr>
          <a:lstStyle/>
          <a:p>
            <a:r>
              <a:rPr lang="en-US"/>
              <a:t>About Me</a:t>
            </a:r>
          </a:p>
        </p:txBody>
      </p:sp>
      <p:pic>
        <p:nvPicPr>
          <p:cNvPr id="8" name="Picture 7" descr="A person in a red shirt&#10;&#10;AI-generated content may be incorrect.">
            <a:extLst>
              <a:ext uri="{FF2B5EF4-FFF2-40B4-BE49-F238E27FC236}">
                <a16:creationId xmlns:a16="http://schemas.microsoft.com/office/drawing/2014/main" id="{D0C1EB0C-7B68-264F-58B4-4360446ED489}"/>
              </a:ext>
            </a:extLst>
          </p:cNvPr>
          <p:cNvPicPr>
            <a:picLocks noChangeAspect="1"/>
          </p:cNvPicPr>
          <p:nvPr/>
        </p:nvPicPr>
        <p:blipFill>
          <a:blip r:embed="rId3">
            <a:extLst>
              <a:ext uri="{28A0092B-C50C-407E-A947-70E740481C1C}">
                <a14:useLocalDpi xmlns:a14="http://schemas.microsoft.com/office/drawing/2010/main" val="0"/>
              </a:ext>
            </a:extLst>
          </a:blip>
          <a:srcRect l="2640" r="8884" b="-6"/>
          <a:stretch>
            <a:fillRect/>
          </a:stretch>
        </p:blipFill>
        <p:spPr>
          <a:xfrm>
            <a:off x="1151467" y="2775951"/>
            <a:ext cx="3031901" cy="3067163"/>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4723DD6F-B567-3B92-AF84-000182144873}"/>
              </a:ext>
            </a:extLst>
          </p:cNvPr>
          <p:cNvSpPr>
            <a:spLocks noGrp="1"/>
          </p:cNvSpPr>
          <p:nvPr>
            <p:ph idx="1"/>
          </p:nvPr>
        </p:nvSpPr>
        <p:spPr>
          <a:xfrm>
            <a:off x="4641336" y="2603500"/>
            <a:ext cx="6551597" cy="3416300"/>
          </a:xfrm>
        </p:spPr>
        <p:txBody>
          <a:bodyPr anchor="ctr">
            <a:normAutofit/>
          </a:bodyPr>
          <a:lstStyle/>
          <a:p>
            <a:r>
              <a:rPr lang="en-US" dirty="0"/>
              <a:t>Dabbling with AI on/off, hobbyist </a:t>
            </a:r>
          </a:p>
          <a:p>
            <a:r>
              <a:rPr lang="en-US" dirty="0"/>
              <a:t>Interest Areas: AI, Containers, Distributed Systems</a:t>
            </a:r>
          </a:p>
          <a:p>
            <a:r>
              <a:rPr lang="en-US" dirty="0"/>
              <a:t>OSS Contributions (Fission, </a:t>
            </a:r>
            <a:r>
              <a:rPr lang="en-US" dirty="0" err="1"/>
              <a:t>Openstack</a:t>
            </a:r>
            <a:r>
              <a:rPr lang="en-US" dirty="0"/>
              <a:t>)</a:t>
            </a:r>
          </a:p>
        </p:txBody>
      </p:sp>
    </p:spTree>
    <p:extLst>
      <p:ext uri="{BB962C8B-B14F-4D97-AF65-F5344CB8AC3E}">
        <p14:creationId xmlns:p14="http://schemas.microsoft.com/office/powerpoint/2010/main" val="376653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374C01-B0F8-821D-EBD2-39EAE4C9F3DB}"/>
            </a:ext>
          </a:extLst>
        </p:cNvPr>
        <p:cNvGrpSpPr/>
        <p:nvPr/>
      </p:nvGrpSpPr>
      <p:grpSpPr>
        <a:xfrm>
          <a:off x="0" y="0"/>
          <a:ext cx="0" cy="0"/>
          <a:chOff x="0" y="0"/>
          <a:chExt cx="0" cy="0"/>
        </a:xfrm>
      </p:grpSpPr>
      <p:grpSp>
        <p:nvGrpSpPr>
          <p:cNvPr id="58" name="Group 57">
            <a:extLst>
              <a:ext uri="{FF2B5EF4-FFF2-40B4-BE49-F238E27FC236}">
                <a16:creationId xmlns:a16="http://schemas.microsoft.com/office/drawing/2014/main" id="{E3C0CF2F-4C3D-0CB1-5C73-7CA6AB4AC3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373"/>
            <a:ext cx="12192000" cy="6867027"/>
            <a:chOff x="0" y="-2373"/>
            <a:chExt cx="12192000" cy="6867027"/>
          </a:xfrm>
        </p:grpSpPr>
        <p:sp>
          <p:nvSpPr>
            <p:cNvPr id="59" name="Rectangle 58">
              <a:extLst>
                <a:ext uri="{FF2B5EF4-FFF2-40B4-BE49-F238E27FC236}">
                  <a16:creationId xmlns:a16="http://schemas.microsoft.com/office/drawing/2014/main" id="{8F925320-B990-40BA-EF37-3F8FFEEAF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0" name="Oval 59">
              <a:extLst>
                <a:ext uri="{FF2B5EF4-FFF2-40B4-BE49-F238E27FC236}">
                  <a16:creationId xmlns:a16="http://schemas.microsoft.com/office/drawing/2014/main" id="{5EC3FC4D-3C6F-9D01-0B4F-49F27593B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Oval 60">
              <a:extLst>
                <a:ext uri="{FF2B5EF4-FFF2-40B4-BE49-F238E27FC236}">
                  <a16:creationId xmlns:a16="http://schemas.microsoft.com/office/drawing/2014/main" id="{448BB6DB-3719-62B8-A8DF-C9EB4EE9A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Oval 62">
              <a:extLst>
                <a:ext uri="{FF2B5EF4-FFF2-40B4-BE49-F238E27FC236}">
                  <a16:creationId xmlns:a16="http://schemas.microsoft.com/office/drawing/2014/main" id="{DE127FBB-B938-8F5C-5D39-7B262D507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8" name="Oval 67">
              <a:extLst>
                <a:ext uri="{FF2B5EF4-FFF2-40B4-BE49-F238E27FC236}">
                  <a16:creationId xmlns:a16="http://schemas.microsoft.com/office/drawing/2014/main" id="{10153D9B-FECE-AB3A-13A5-162D40311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9" name="Oval 68">
              <a:extLst>
                <a:ext uri="{FF2B5EF4-FFF2-40B4-BE49-F238E27FC236}">
                  <a16:creationId xmlns:a16="http://schemas.microsoft.com/office/drawing/2014/main" id="{D1D7281D-76E9-725B-9A0D-43BB686135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Freeform 5">
              <a:extLst>
                <a:ext uri="{FF2B5EF4-FFF2-40B4-BE49-F238E27FC236}">
                  <a16:creationId xmlns:a16="http://schemas.microsoft.com/office/drawing/2014/main" id="{C66E19B3-663E-5283-54E8-5849440E61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71" name="Freeform 5">
              <a:extLst>
                <a:ext uri="{FF2B5EF4-FFF2-40B4-BE49-F238E27FC236}">
                  <a16:creationId xmlns:a16="http://schemas.microsoft.com/office/drawing/2014/main" id="{187504DB-D7BD-3449-7EA4-38F8ED5CE3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72" name="Freeform 5">
              <a:extLst>
                <a:ext uri="{FF2B5EF4-FFF2-40B4-BE49-F238E27FC236}">
                  <a16:creationId xmlns:a16="http://schemas.microsoft.com/office/drawing/2014/main" id="{99BF2775-87A1-AC73-9081-704261FAF3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73" name="Rectangle 72">
            <a:extLst>
              <a:ext uri="{FF2B5EF4-FFF2-40B4-BE49-F238E27FC236}">
                <a16:creationId xmlns:a16="http://schemas.microsoft.com/office/drawing/2014/main" id="{97CC42D2-AE81-C5CB-1EA0-14ABEB8933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TextBox 6">
            <a:extLst>
              <a:ext uri="{FF2B5EF4-FFF2-40B4-BE49-F238E27FC236}">
                <a16:creationId xmlns:a16="http://schemas.microsoft.com/office/drawing/2014/main" id="{6894CFE4-39A0-CDB5-FFF4-4952255A29D4}"/>
              </a:ext>
            </a:extLst>
          </p:cNvPr>
          <p:cNvSpPr txBox="1"/>
          <p:nvPr/>
        </p:nvSpPr>
        <p:spPr>
          <a:xfrm>
            <a:off x="1154953" y="973668"/>
            <a:ext cx="8761413" cy="706964"/>
          </a:xfrm>
          <a:prstGeom prst="rect">
            <a:avLst/>
          </a:prstGeom>
        </p:spPr>
        <p:txBody>
          <a:bodyPr vert="horz" lIns="91440" tIns="45720" rIns="91440" bIns="45720" rtlCol="0" anchor="ctr">
            <a:normAutofit fontScale="92500"/>
          </a:bodyPr>
          <a:lstStyle/>
          <a:p>
            <a:pPr>
              <a:spcBef>
                <a:spcPct val="0"/>
              </a:spcBef>
              <a:spcAft>
                <a:spcPts val="600"/>
              </a:spcAft>
            </a:pPr>
            <a:r>
              <a:rPr lang="en-US" sz="3600" dirty="0">
                <a:solidFill>
                  <a:schemeClr val="bg2"/>
                </a:solidFill>
                <a:latin typeface="+mj-lt"/>
                <a:ea typeface="+mj-ea"/>
                <a:cs typeface="+mj-cs"/>
              </a:rPr>
              <a:t> Crucial Role of Agents in Today’s World </a:t>
            </a:r>
          </a:p>
        </p:txBody>
      </p:sp>
      <p:pic>
        <p:nvPicPr>
          <p:cNvPr id="4" name="Picture 3">
            <a:extLst>
              <a:ext uri="{FF2B5EF4-FFF2-40B4-BE49-F238E27FC236}">
                <a16:creationId xmlns:a16="http://schemas.microsoft.com/office/drawing/2014/main" id="{90D9EA29-A63C-5915-D8B2-1DEAE37558F1}"/>
              </a:ext>
            </a:extLst>
          </p:cNvPr>
          <p:cNvPicPr>
            <a:picLocks noChangeAspect="1"/>
          </p:cNvPicPr>
          <p:nvPr/>
        </p:nvPicPr>
        <p:blipFill>
          <a:blip r:embed="rId4"/>
          <a:stretch>
            <a:fillRect/>
          </a:stretch>
        </p:blipFill>
        <p:spPr>
          <a:xfrm>
            <a:off x="454894" y="2083228"/>
            <a:ext cx="9527306" cy="4502849"/>
          </a:xfrm>
          <a:prstGeom prst="rect">
            <a:avLst/>
          </a:prstGeom>
        </p:spPr>
      </p:pic>
    </p:spTree>
    <p:extLst>
      <p:ext uri="{BB962C8B-B14F-4D97-AF65-F5344CB8AC3E}">
        <p14:creationId xmlns:p14="http://schemas.microsoft.com/office/powerpoint/2010/main" val="2341120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AD0CE4-353D-8A37-1125-7FB76D308C0D}"/>
              </a:ext>
            </a:extLst>
          </p:cNvPr>
          <p:cNvSpPr>
            <a:spLocks noGrp="1"/>
          </p:cNvSpPr>
          <p:nvPr>
            <p:ph type="title"/>
          </p:nvPr>
        </p:nvSpPr>
        <p:spPr/>
        <p:txBody>
          <a:bodyPr/>
          <a:lstStyle/>
          <a:p>
            <a:r>
              <a:rPr lang="en-US" dirty="0"/>
              <a:t>Building LLMs</a:t>
            </a:r>
          </a:p>
        </p:txBody>
      </p:sp>
      <p:sp>
        <p:nvSpPr>
          <p:cNvPr id="5" name="Text Placeholder 4">
            <a:extLst>
              <a:ext uri="{FF2B5EF4-FFF2-40B4-BE49-F238E27FC236}">
                <a16:creationId xmlns:a16="http://schemas.microsoft.com/office/drawing/2014/main" id="{D9FAC94A-9A54-C6A7-53C4-C245C83FD469}"/>
              </a:ext>
            </a:extLst>
          </p:cNvPr>
          <p:cNvSpPr>
            <a:spLocks noGrp="1"/>
          </p:cNvSpPr>
          <p:nvPr>
            <p:ph type="body" idx="1"/>
          </p:nvPr>
        </p:nvSpPr>
        <p:spPr/>
        <p:txBody>
          <a:bodyPr/>
          <a:lstStyle/>
          <a:p>
            <a:pPr marL="342900" indent="-342900">
              <a:buFontTx/>
              <a:buChar char="-"/>
            </a:pPr>
            <a:r>
              <a:rPr lang="en-IN" dirty="0"/>
              <a:t>The SMOL TRAINING PLAYBOOK</a:t>
            </a:r>
          </a:p>
          <a:p>
            <a:pPr marL="342900" indent="-342900">
              <a:buFontTx/>
              <a:buChar char="-"/>
            </a:pPr>
            <a:r>
              <a:rPr lang="en-IN" dirty="0" err="1"/>
              <a:t>Toolformer</a:t>
            </a:r>
            <a:r>
              <a:rPr lang="en-IN" dirty="0"/>
              <a:t>: Language Models Can Teach Themselves </a:t>
            </a:r>
            <a:endParaRPr lang="en-US" dirty="0"/>
          </a:p>
        </p:txBody>
      </p:sp>
    </p:spTree>
    <p:extLst>
      <p:ext uri="{BB962C8B-B14F-4D97-AF65-F5344CB8AC3E}">
        <p14:creationId xmlns:p14="http://schemas.microsoft.com/office/powerpoint/2010/main" val="1140246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F279D6-ED25-4D3F-9479-8ABB21867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8D0B1B4-C487-47EF-B7D0-421066454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4" name="Freeform: Shape 13">
            <a:extLst>
              <a:ext uri="{FF2B5EF4-FFF2-40B4-BE49-F238E27FC236}">
                <a16:creationId xmlns:a16="http://schemas.microsoft.com/office/drawing/2014/main" id="{0214736A-03B2-4B91-B0AF-B21213F3B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pic>
        <p:nvPicPr>
          <p:cNvPr id="5" name="Picture 4">
            <a:extLst>
              <a:ext uri="{FF2B5EF4-FFF2-40B4-BE49-F238E27FC236}">
                <a16:creationId xmlns:a16="http://schemas.microsoft.com/office/drawing/2014/main" id="{346B3422-885E-84FA-9531-E15D0E297E1F}"/>
              </a:ext>
            </a:extLst>
          </p:cNvPr>
          <p:cNvPicPr>
            <a:picLocks noChangeAspect="1"/>
          </p:cNvPicPr>
          <p:nvPr/>
        </p:nvPicPr>
        <p:blipFill>
          <a:blip r:embed="rId3"/>
          <a:stretch>
            <a:fillRect/>
          </a:stretch>
        </p:blipFill>
        <p:spPr>
          <a:xfrm>
            <a:off x="5068711" y="643466"/>
            <a:ext cx="4124989" cy="5571067"/>
          </a:xfrm>
          <a:prstGeom prst="rect">
            <a:avLst/>
          </a:prstGeom>
        </p:spPr>
      </p:pic>
      <p:sp>
        <p:nvSpPr>
          <p:cNvPr id="9" name="TextBox 8">
            <a:extLst>
              <a:ext uri="{FF2B5EF4-FFF2-40B4-BE49-F238E27FC236}">
                <a16:creationId xmlns:a16="http://schemas.microsoft.com/office/drawing/2014/main" id="{DFE055EE-674E-8AE8-5C56-0B2158DFB0D2}"/>
              </a:ext>
            </a:extLst>
          </p:cNvPr>
          <p:cNvSpPr txBox="1"/>
          <p:nvPr/>
        </p:nvSpPr>
        <p:spPr>
          <a:xfrm>
            <a:off x="847524" y="2539696"/>
            <a:ext cx="1558440" cy="1754326"/>
          </a:xfrm>
          <a:prstGeom prst="rect">
            <a:avLst/>
          </a:prstGeom>
          <a:noFill/>
        </p:spPr>
        <p:txBody>
          <a:bodyPr wrap="none" rtlCol="0">
            <a:spAutoFit/>
          </a:bodyPr>
          <a:lstStyle/>
          <a:p>
            <a:r>
              <a:rPr lang="en-US" dirty="0">
                <a:ln>
                  <a:solidFill>
                    <a:schemeClr val="bg1"/>
                  </a:solidFill>
                </a:ln>
                <a:solidFill>
                  <a:schemeClr val="bg1"/>
                </a:solidFill>
              </a:rPr>
              <a:t>Data </a:t>
            </a:r>
          </a:p>
          <a:p>
            <a:r>
              <a:rPr lang="en-US" dirty="0">
                <a:ln>
                  <a:solidFill>
                    <a:schemeClr val="bg1"/>
                  </a:solidFill>
                </a:ln>
                <a:solidFill>
                  <a:schemeClr val="bg1"/>
                </a:solidFill>
              </a:rPr>
              <a:t>Curation</a:t>
            </a:r>
          </a:p>
          <a:p>
            <a:r>
              <a:rPr lang="en-US" dirty="0">
                <a:ln>
                  <a:solidFill>
                    <a:schemeClr val="bg1"/>
                  </a:solidFill>
                </a:ln>
                <a:solidFill>
                  <a:schemeClr val="bg1"/>
                </a:solidFill>
              </a:rPr>
              <a:t>&amp;</a:t>
            </a:r>
          </a:p>
          <a:p>
            <a:r>
              <a:rPr lang="en-US" dirty="0">
                <a:ln>
                  <a:solidFill>
                    <a:schemeClr val="bg1"/>
                  </a:solidFill>
                </a:ln>
                <a:solidFill>
                  <a:schemeClr val="bg1"/>
                </a:solidFill>
              </a:rPr>
              <a:t>Tokenization</a:t>
            </a:r>
            <a:br>
              <a:rPr lang="en-US" dirty="0">
                <a:ln>
                  <a:solidFill>
                    <a:schemeClr val="bg1"/>
                  </a:solidFill>
                </a:ln>
                <a:solidFill>
                  <a:schemeClr val="bg1"/>
                </a:solidFill>
              </a:rPr>
            </a:br>
            <a:br>
              <a:rPr lang="en-US" dirty="0">
                <a:ln>
                  <a:solidFill>
                    <a:schemeClr val="bg1"/>
                  </a:solidFill>
                </a:ln>
                <a:solidFill>
                  <a:schemeClr val="bg1"/>
                </a:solidFill>
              </a:rPr>
            </a:br>
            <a:r>
              <a:rPr lang="en-US" dirty="0">
                <a:ln>
                  <a:solidFill>
                    <a:schemeClr val="bg1"/>
                  </a:solidFill>
                </a:ln>
                <a:solidFill>
                  <a:schemeClr val="bg1"/>
                </a:solidFill>
              </a:rPr>
              <a:t>Phase 1</a:t>
            </a:r>
          </a:p>
        </p:txBody>
      </p:sp>
      <p:sp>
        <p:nvSpPr>
          <p:cNvPr id="11" name="Rectangle 10">
            <a:extLst>
              <a:ext uri="{FF2B5EF4-FFF2-40B4-BE49-F238E27FC236}">
                <a16:creationId xmlns:a16="http://schemas.microsoft.com/office/drawing/2014/main" id="{5CD32B6B-BA1F-D8C8-B00F-E96CCD938C51}"/>
              </a:ext>
            </a:extLst>
          </p:cNvPr>
          <p:cNvSpPr/>
          <p:nvPr/>
        </p:nvSpPr>
        <p:spPr>
          <a:xfrm>
            <a:off x="9193700" y="4064000"/>
            <a:ext cx="1937144" cy="2043289"/>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lumMod val="75000"/>
                  </a:schemeClr>
                </a:solidFill>
              </a:rPr>
              <a:t>Phase2</a:t>
            </a:r>
          </a:p>
          <a:p>
            <a:pPr algn="ctr"/>
            <a:r>
              <a:rPr lang="en-US" dirty="0">
                <a:solidFill>
                  <a:schemeClr val="bg2">
                    <a:lumMod val="75000"/>
                  </a:schemeClr>
                </a:solidFill>
              </a:rPr>
              <a:t>Pre-Training</a:t>
            </a:r>
          </a:p>
        </p:txBody>
      </p:sp>
    </p:spTree>
    <p:extLst>
      <p:ext uri="{BB962C8B-B14F-4D97-AF65-F5344CB8AC3E}">
        <p14:creationId xmlns:p14="http://schemas.microsoft.com/office/powerpoint/2010/main" val="2037427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189218-5471-9CEE-A149-CC1A6A456EB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9865A57-BE4C-AD49-27B5-2B086FA559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728D575-9E39-AB48-A81E-BAE4979E9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4" name="Freeform: Shape 13">
            <a:extLst>
              <a:ext uri="{FF2B5EF4-FFF2-40B4-BE49-F238E27FC236}">
                <a16:creationId xmlns:a16="http://schemas.microsoft.com/office/drawing/2014/main" id="{56DC4B66-2BA2-C037-3BFF-427B149CC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sp>
        <p:nvSpPr>
          <p:cNvPr id="9" name="TextBox 8">
            <a:extLst>
              <a:ext uri="{FF2B5EF4-FFF2-40B4-BE49-F238E27FC236}">
                <a16:creationId xmlns:a16="http://schemas.microsoft.com/office/drawing/2014/main" id="{6DF1C207-45C0-0C46-F11D-AB6D873E85A3}"/>
              </a:ext>
            </a:extLst>
          </p:cNvPr>
          <p:cNvSpPr txBox="1"/>
          <p:nvPr/>
        </p:nvSpPr>
        <p:spPr>
          <a:xfrm>
            <a:off x="847524" y="2539696"/>
            <a:ext cx="1471878" cy="923330"/>
          </a:xfrm>
          <a:prstGeom prst="rect">
            <a:avLst/>
          </a:prstGeom>
          <a:noFill/>
        </p:spPr>
        <p:txBody>
          <a:bodyPr wrap="none" rtlCol="0">
            <a:spAutoFit/>
          </a:bodyPr>
          <a:lstStyle/>
          <a:p>
            <a:r>
              <a:rPr lang="en-US" dirty="0">
                <a:ln>
                  <a:solidFill>
                    <a:schemeClr val="bg1"/>
                  </a:solidFill>
                </a:ln>
                <a:solidFill>
                  <a:schemeClr val="bg1"/>
                </a:solidFill>
              </a:rPr>
              <a:t>Pre-Training</a:t>
            </a:r>
            <a:br>
              <a:rPr lang="en-US" dirty="0">
                <a:ln>
                  <a:solidFill>
                    <a:schemeClr val="bg1"/>
                  </a:solidFill>
                </a:ln>
                <a:solidFill>
                  <a:schemeClr val="bg1"/>
                </a:solidFill>
              </a:rPr>
            </a:br>
            <a:br>
              <a:rPr lang="en-US" dirty="0">
                <a:ln>
                  <a:solidFill>
                    <a:schemeClr val="bg1"/>
                  </a:solidFill>
                </a:ln>
                <a:solidFill>
                  <a:schemeClr val="bg1"/>
                </a:solidFill>
              </a:rPr>
            </a:br>
            <a:r>
              <a:rPr lang="en-US" dirty="0">
                <a:ln>
                  <a:solidFill>
                    <a:schemeClr val="bg1"/>
                  </a:solidFill>
                </a:ln>
                <a:solidFill>
                  <a:schemeClr val="bg1"/>
                </a:solidFill>
              </a:rPr>
              <a:t>Phase 2</a:t>
            </a:r>
          </a:p>
        </p:txBody>
      </p:sp>
      <p:sp>
        <p:nvSpPr>
          <p:cNvPr id="3" name="Rectangle 2">
            <a:extLst>
              <a:ext uri="{FF2B5EF4-FFF2-40B4-BE49-F238E27FC236}">
                <a16:creationId xmlns:a16="http://schemas.microsoft.com/office/drawing/2014/main" id="{0C514388-CA98-6274-04B5-FF04A2C11911}"/>
              </a:ext>
            </a:extLst>
          </p:cNvPr>
          <p:cNvSpPr/>
          <p:nvPr/>
        </p:nvSpPr>
        <p:spPr>
          <a:xfrm>
            <a:off x="9193700" y="4989689"/>
            <a:ext cx="1835544" cy="12248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lumMod val="75000"/>
                  </a:schemeClr>
                </a:solidFill>
              </a:rPr>
              <a:t>Phase3</a:t>
            </a:r>
            <a:br>
              <a:rPr lang="en-US" dirty="0">
                <a:solidFill>
                  <a:schemeClr val="bg2">
                    <a:lumMod val="75000"/>
                  </a:schemeClr>
                </a:solidFill>
              </a:rPr>
            </a:br>
            <a:r>
              <a:rPr lang="en-US" dirty="0">
                <a:solidFill>
                  <a:schemeClr val="bg2">
                    <a:lumMod val="75000"/>
                  </a:schemeClr>
                </a:solidFill>
              </a:rPr>
              <a:t>Alignment &amp; Fine-tuning</a:t>
            </a:r>
          </a:p>
        </p:txBody>
      </p:sp>
      <p:pic>
        <p:nvPicPr>
          <p:cNvPr id="4" name="Picture 3">
            <a:extLst>
              <a:ext uri="{FF2B5EF4-FFF2-40B4-BE49-F238E27FC236}">
                <a16:creationId xmlns:a16="http://schemas.microsoft.com/office/drawing/2014/main" id="{4C6E56FF-2785-2561-F600-1B5322B2920C}"/>
              </a:ext>
            </a:extLst>
          </p:cNvPr>
          <p:cNvPicPr>
            <a:picLocks noChangeAspect="1"/>
          </p:cNvPicPr>
          <p:nvPr/>
        </p:nvPicPr>
        <p:blipFill>
          <a:blip r:embed="rId3"/>
          <a:stretch>
            <a:fillRect/>
          </a:stretch>
        </p:blipFill>
        <p:spPr>
          <a:xfrm>
            <a:off x="3478700" y="384424"/>
            <a:ext cx="5715000" cy="5959932"/>
          </a:xfrm>
          <a:prstGeom prst="rect">
            <a:avLst/>
          </a:prstGeom>
        </p:spPr>
      </p:pic>
    </p:spTree>
    <p:extLst>
      <p:ext uri="{BB962C8B-B14F-4D97-AF65-F5344CB8AC3E}">
        <p14:creationId xmlns:p14="http://schemas.microsoft.com/office/powerpoint/2010/main" val="195823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06A083-461B-9495-51ED-12B18BF9EAE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E4451-D59B-2EA0-8FDD-9731F2BD7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409D92B-980F-DEFC-CBA5-E94E30476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4" name="Freeform: Shape 13">
            <a:extLst>
              <a:ext uri="{FF2B5EF4-FFF2-40B4-BE49-F238E27FC236}">
                <a16:creationId xmlns:a16="http://schemas.microsoft.com/office/drawing/2014/main" id="{77E07BD1-E879-04B6-7035-C843F1FC4D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sp>
        <p:nvSpPr>
          <p:cNvPr id="9" name="TextBox 8">
            <a:extLst>
              <a:ext uri="{FF2B5EF4-FFF2-40B4-BE49-F238E27FC236}">
                <a16:creationId xmlns:a16="http://schemas.microsoft.com/office/drawing/2014/main" id="{D802FEC2-B720-8245-18F4-26A4ADBCA2A4}"/>
              </a:ext>
            </a:extLst>
          </p:cNvPr>
          <p:cNvSpPr txBox="1"/>
          <p:nvPr/>
        </p:nvSpPr>
        <p:spPr>
          <a:xfrm>
            <a:off x="847524" y="2539696"/>
            <a:ext cx="1673856" cy="1200329"/>
          </a:xfrm>
          <a:prstGeom prst="rect">
            <a:avLst/>
          </a:prstGeom>
          <a:noFill/>
        </p:spPr>
        <p:txBody>
          <a:bodyPr wrap="none" rtlCol="0">
            <a:spAutoFit/>
          </a:bodyPr>
          <a:lstStyle/>
          <a:p>
            <a:r>
              <a:rPr lang="en-US" dirty="0">
                <a:ln>
                  <a:solidFill>
                    <a:schemeClr val="bg1"/>
                  </a:solidFill>
                </a:ln>
                <a:solidFill>
                  <a:schemeClr val="bg1"/>
                </a:solidFill>
              </a:rPr>
              <a:t>Alignment </a:t>
            </a:r>
            <a:br>
              <a:rPr lang="en-US" dirty="0">
                <a:ln>
                  <a:solidFill>
                    <a:schemeClr val="bg1"/>
                  </a:solidFill>
                </a:ln>
                <a:solidFill>
                  <a:schemeClr val="bg1"/>
                </a:solidFill>
              </a:rPr>
            </a:br>
            <a:r>
              <a:rPr lang="en-US" dirty="0">
                <a:ln>
                  <a:solidFill>
                    <a:schemeClr val="bg1"/>
                  </a:solidFill>
                </a:ln>
                <a:solidFill>
                  <a:schemeClr val="bg1"/>
                </a:solidFill>
              </a:rPr>
              <a:t>&amp; Fine-Tuning</a:t>
            </a:r>
            <a:br>
              <a:rPr lang="en-US" dirty="0">
                <a:ln>
                  <a:solidFill>
                    <a:schemeClr val="bg1"/>
                  </a:solidFill>
                </a:ln>
                <a:solidFill>
                  <a:schemeClr val="bg1"/>
                </a:solidFill>
              </a:rPr>
            </a:br>
            <a:br>
              <a:rPr lang="en-US" dirty="0">
                <a:ln>
                  <a:solidFill>
                    <a:schemeClr val="bg1"/>
                  </a:solidFill>
                </a:ln>
                <a:solidFill>
                  <a:schemeClr val="bg1"/>
                </a:solidFill>
              </a:rPr>
            </a:br>
            <a:r>
              <a:rPr lang="en-US" dirty="0">
                <a:ln>
                  <a:solidFill>
                    <a:schemeClr val="bg1"/>
                  </a:solidFill>
                </a:ln>
                <a:solidFill>
                  <a:schemeClr val="bg1"/>
                </a:solidFill>
              </a:rPr>
              <a:t>Phase 3</a:t>
            </a:r>
          </a:p>
        </p:txBody>
      </p:sp>
      <p:sp>
        <p:nvSpPr>
          <p:cNvPr id="11" name="Rectangle 10">
            <a:extLst>
              <a:ext uri="{FF2B5EF4-FFF2-40B4-BE49-F238E27FC236}">
                <a16:creationId xmlns:a16="http://schemas.microsoft.com/office/drawing/2014/main" id="{A5A3AB1C-17EC-FBBF-56CE-2FE81343ADFA}"/>
              </a:ext>
            </a:extLst>
          </p:cNvPr>
          <p:cNvSpPr/>
          <p:nvPr/>
        </p:nvSpPr>
        <p:spPr>
          <a:xfrm>
            <a:off x="6247299" y="5400924"/>
            <a:ext cx="2377411" cy="140606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lumMod val="75000"/>
                  </a:schemeClr>
                </a:solidFill>
              </a:rPr>
              <a:t>Phase4</a:t>
            </a:r>
          </a:p>
          <a:p>
            <a:pPr algn="ctr"/>
            <a:r>
              <a:rPr lang="en-US" dirty="0">
                <a:solidFill>
                  <a:schemeClr val="bg2">
                    <a:lumMod val="75000"/>
                  </a:schemeClr>
                </a:solidFill>
              </a:rPr>
              <a:t>Optimization, Eval &amp; Serving</a:t>
            </a:r>
          </a:p>
        </p:txBody>
      </p:sp>
      <p:pic>
        <p:nvPicPr>
          <p:cNvPr id="2" name="Picture 1">
            <a:extLst>
              <a:ext uri="{FF2B5EF4-FFF2-40B4-BE49-F238E27FC236}">
                <a16:creationId xmlns:a16="http://schemas.microsoft.com/office/drawing/2014/main" id="{302F803E-C89E-69A5-3FC6-5E3BC8A67688}"/>
              </a:ext>
            </a:extLst>
          </p:cNvPr>
          <p:cNvPicPr>
            <a:picLocks noChangeAspect="1"/>
          </p:cNvPicPr>
          <p:nvPr/>
        </p:nvPicPr>
        <p:blipFill>
          <a:blip r:embed="rId3"/>
          <a:stretch>
            <a:fillRect/>
          </a:stretch>
        </p:blipFill>
        <p:spPr>
          <a:xfrm>
            <a:off x="4463478" y="384424"/>
            <a:ext cx="6273800" cy="5016500"/>
          </a:xfrm>
          <a:prstGeom prst="rect">
            <a:avLst/>
          </a:prstGeom>
        </p:spPr>
      </p:pic>
    </p:spTree>
    <p:extLst>
      <p:ext uri="{BB962C8B-B14F-4D97-AF65-F5344CB8AC3E}">
        <p14:creationId xmlns:p14="http://schemas.microsoft.com/office/powerpoint/2010/main" val="2092885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ED43A4-364B-72EF-BA1D-C6D91BA9437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66CBC5-C28D-982C-E4E6-943204B81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4AAA3D2-EBC8-384D-95A9-523740866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4" name="Freeform: Shape 13">
            <a:extLst>
              <a:ext uri="{FF2B5EF4-FFF2-40B4-BE49-F238E27FC236}">
                <a16:creationId xmlns:a16="http://schemas.microsoft.com/office/drawing/2014/main" id="{7C33A49D-CC27-3A8D-03E4-302D8CFE6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sp>
        <p:nvSpPr>
          <p:cNvPr id="9" name="TextBox 8">
            <a:extLst>
              <a:ext uri="{FF2B5EF4-FFF2-40B4-BE49-F238E27FC236}">
                <a16:creationId xmlns:a16="http://schemas.microsoft.com/office/drawing/2014/main" id="{8647FB70-5AB2-A452-A19D-B3F92402A90A}"/>
              </a:ext>
            </a:extLst>
          </p:cNvPr>
          <p:cNvSpPr txBox="1"/>
          <p:nvPr/>
        </p:nvSpPr>
        <p:spPr>
          <a:xfrm>
            <a:off x="847524" y="2539696"/>
            <a:ext cx="1665841" cy="1477328"/>
          </a:xfrm>
          <a:prstGeom prst="rect">
            <a:avLst/>
          </a:prstGeom>
          <a:noFill/>
        </p:spPr>
        <p:txBody>
          <a:bodyPr wrap="none" rtlCol="0">
            <a:spAutoFit/>
          </a:bodyPr>
          <a:lstStyle/>
          <a:p>
            <a:r>
              <a:rPr lang="en-US" dirty="0">
                <a:ln>
                  <a:solidFill>
                    <a:schemeClr val="bg1"/>
                  </a:solidFill>
                </a:ln>
                <a:solidFill>
                  <a:schemeClr val="bg1"/>
                </a:solidFill>
              </a:rPr>
              <a:t>Optimization,</a:t>
            </a:r>
            <a:br>
              <a:rPr lang="en-US" dirty="0">
                <a:ln>
                  <a:solidFill>
                    <a:schemeClr val="bg1"/>
                  </a:solidFill>
                </a:ln>
                <a:solidFill>
                  <a:schemeClr val="bg1"/>
                </a:solidFill>
              </a:rPr>
            </a:br>
            <a:r>
              <a:rPr lang="en-US" dirty="0">
                <a:ln>
                  <a:solidFill>
                    <a:schemeClr val="bg1"/>
                  </a:solidFill>
                </a:ln>
                <a:solidFill>
                  <a:schemeClr val="bg1"/>
                </a:solidFill>
              </a:rPr>
              <a:t>Eval &amp;</a:t>
            </a:r>
            <a:br>
              <a:rPr lang="en-US" dirty="0">
                <a:ln>
                  <a:solidFill>
                    <a:schemeClr val="bg1"/>
                  </a:solidFill>
                </a:ln>
                <a:solidFill>
                  <a:schemeClr val="bg1"/>
                </a:solidFill>
              </a:rPr>
            </a:br>
            <a:r>
              <a:rPr lang="en-US" dirty="0">
                <a:ln>
                  <a:solidFill>
                    <a:schemeClr val="bg1"/>
                  </a:solidFill>
                </a:ln>
                <a:solidFill>
                  <a:schemeClr val="bg1"/>
                </a:solidFill>
              </a:rPr>
              <a:t>Serving</a:t>
            </a:r>
          </a:p>
          <a:p>
            <a:endParaRPr lang="en-US" dirty="0">
              <a:ln>
                <a:solidFill>
                  <a:schemeClr val="bg1"/>
                </a:solidFill>
              </a:ln>
              <a:solidFill>
                <a:schemeClr val="bg1"/>
              </a:solidFill>
            </a:endParaRPr>
          </a:p>
          <a:p>
            <a:r>
              <a:rPr lang="en-US" dirty="0">
                <a:ln>
                  <a:solidFill>
                    <a:schemeClr val="bg1"/>
                  </a:solidFill>
                </a:ln>
                <a:solidFill>
                  <a:schemeClr val="bg1"/>
                </a:solidFill>
              </a:rPr>
              <a:t>Phase 4</a:t>
            </a:r>
          </a:p>
        </p:txBody>
      </p:sp>
      <p:sp>
        <p:nvSpPr>
          <p:cNvPr id="11" name="Rectangle 10">
            <a:extLst>
              <a:ext uri="{FF2B5EF4-FFF2-40B4-BE49-F238E27FC236}">
                <a16:creationId xmlns:a16="http://schemas.microsoft.com/office/drawing/2014/main" id="{C883D90E-53FB-437F-DE24-BC3809F330E0}"/>
              </a:ext>
            </a:extLst>
          </p:cNvPr>
          <p:cNvSpPr/>
          <p:nvPr/>
        </p:nvSpPr>
        <p:spPr>
          <a:xfrm>
            <a:off x="5886055" y="490257"/>
            <a:ext cx="2377411" cy="140606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lumMod val="75000"/>
                  </a:schemeClr>
                </a:solidFill>
              </a:rPr>
              <a:t>Phase3</a:t>
            </a:r>
          </a:p>
          <a:p>
            <a:pPr algn="ctr"/>
            <a:r>
              <a:rPr lang="en-US" dirty="0">
                <a:solidFill>
                  <a:schemeClr val="bg2">
                    <a:lumMod val="75000"/>
                  </a:schemeClr>
                </a:solidFill>
              </a:rPr>
              <a:t>Alignment &amp; Fine-tuning</a:t>
            </a:r>
          </a:p>
        </p:txBody>
      </p:sp>
      <p:pic>
        <p:nvPicPr>
          <p:cNvPr id="3" name="Picture 2">
            <a:extLst>
              <a:ext uri="{FF2B5EF4-FFF2-40B4-BE49-F238E27FC236}">
                <a16:creationId xmlns:a16="http://schemas.microsoft.com/office/drawing/2014/main" id="{BF297557-8BB0-F04E-5CB4-ADBCACC4E7C2}"/>
              </a:ext>
            </a:extLst>
          </p:cNvPr>
          <p:cNvPicPr>
            <a:picLocks noChangeAspect="1"/>
          </p:cNvPicPr>
          <p:nvPr/>
        </p:nvPicPr>
        <p:blipFill>
          <a:blip r:embed="rId3"/>
          <a:stretch>
            <a:fillRect/>
          </a:stretch>
        </p:blipFill>
        <p:spPr>
          <a:xfrm>
            <a:off x="3400185" y="1896325"/>
            <a:ext cx="7607300" cy="4686300"/>
          </a:xfrm>
          <a:prstGeom prst="rect">
            <a:avLst/>
          </a:prstGeom>
        </p:spPr>
      </p:pic>
    </p:spTree>
    <p:extLst>
      <p:ext uri="{BB962C8B-B14F-4D97-AF65-F5344CB8AC3E}">
        <p14:creationId xmlns:p14="http://schemas.microsoft.com/office/powerpoint/2010/main" val="2510370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FA420-BD0F-36B8-26C7-99632C96DAFB}"/>
              </a:ext>
            </a:extLst>
          </p:cNvPr>
          <p:cNvSpPr>
            <a:spLocks noGrp="1"/>
          </p:cNvSpPr>
          <p:nvPr>
            <p:ph type="title"/>
          </p:nvPr>
        </p:nvSpPr>
        <p:spPr>
          <a:xfrm>
            <a:off x="1154953" y="973668"/>
            <a:ext cx="8761413" cy="706964"/>
          </a:xfrm>
        </p:spPr>
        <p:txBody>
          <a:bodyPr>
            <a:normAutofit/>
          </a:bodyPr>
          <a:lstStyle/>
          <a:p>
            <a:r>
              <a:rPr lang="en-US">
                <a:solidFill>
                  <a:srgbClr val="EBEBEB"/>
                </a:solidFill>
              </a:rPr>
              <a:t>New Age AI workloads</a:t>
            </a:r>
          </a:p>
        </p:txBody>
      </p:sp>
      <p:graphicFrame>
        <p:nvGraphicFramePr>
          <p:cNvPr id="5" name="Diagram 4">
            <a:extLst>
              <a:ext uri="{FF2B5EF4-FFF2-40B4-BE49-F238E27FC236}">
                <a16:creationId xmlns:a16="http://schemas.microsoft.com/office/drawing/2014/main" id="{511A5D75-9CD9-6367-8C0A-D5A64E4DD8A4}"/>
              </a:ext>
            </a:extLst>
          </p:cNvPr>
          <p:cNvGraphicFramePr/>
          <p:nvPr>
            <p:extLst>
              <p:ext uri="{D42A27DB-BD31-4B8C-83A1-F6EECF244321}">
                <p14:modId xmlns:p14="http://schemas.microsoft.com/office/powerpoint/2010/main" val="431098066"/>
              </p:ext>
            </p:extLst>
          </p:nvPr>
        </p:nvGraphicFramePr>
        <p:xfrm>
          <a:off x="1283308" y="2797871"/>
          <a:ext cx="9625383" cy="30864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4767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D131CC-4BE7-9B58-27AC-F2BA0635D967}"/>
              </a:ext>
            </a:extLst>
          </p:cNvPr>
          <p:cNvPicPr>
            <a:picLocks noChangeAspect="1"/>
          </p:cNvPicPr>
          <p:nvPr/>
        </p:nvPicPr>
        <p:blipFill>
          <a:blip r:embed="rId3"/>
          <a:stretch>
            <a:fillRect/>
          </a:stretch>
        </p:blipFill>
        <p:spPr>
          <a:xfrm>
            <a:off x="1240888" y="1743516"/>
            <a:ext cx="9810934" cy="5114483"/>
          </a:xfrm>
          <a:prstGeom prst="rect">
            <a:avLst/>
          </a:prstGeom>
        </p:spPr>
      </p:pic>
      <p:sp>
        <p:nvSpPr>
          <p:cNvPr id="4" name="Title 3">
            <a:extLst>
              <a:ext uri="{FF2B5EF4-FFF2-40B4-BE49-F238E27FC236}">
                <a16:creationId xmlns:a16="http://schemas.microsoft.com/office/drawing/2014/main" id="{B92D24FA-11BC-2057-B62C-42B601E87A7F}"/>
              </a:ext>
            </a:extLst>
          </p:cNvPr>
          <p:cNvSpPr>
            <a:spLocks noGrp="1"/>
          </p:cNvSpPr>
          <p:nvPr>
            <p:ph type="title"/>
          </p:nvPr>
        </p:nvSpPr>
        <p:spPr/>
        <p:txBody>
          <a:bodyPr/>
          <a:lstStyle/>
          <a:p>
            <a:r>
              <a:rPr lang="en-US" dirty="0"/>
              <a:t>Building AI Apps</a:t>
            </a:r>
          </a:p>
        </p:txBody>
      </p:sp>
    </p:spTree>
    <p:extLst>
      <p:ext uri="{BB962C8B-B14F-4D97-AF65-F5344CB8AC3E}">
        <p14:creationId xmlns:p14="http://schemas.microsoft.com/office/powerpoint/2010/main" val="84671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3A0CB-29F0-A7DB-7E01-7415B51A14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B871FF-63B7-C2E9-6FA1-ED02F821D044}"/>
              </a:ext>
            </a:extLst>
          </p:cNvPr>
          <p:cNvSpPr>
            <a:spLocks noGrp="1"/>
          </p:cNvSpPr>
          <p:nvPr>
            <p:ph type="title"/>
          </p:nvPr>
        </p:nvSpPr>
        <p:spPr/>
        <p:txBody>
          <a:bodyPr/>
          <a:lstStyle/>
          <a:p>
            <a:r>
              <a:rPr lang="en-US" dirty="0"/>
              <a:t>Building AI Apps</a:t>
            </a:r>
          </a:p>
        </p:txBody>
      </p:sp>
      <p:pic>
        <p:nvPicPr>
          <p:cNvPr id="3" name="Picture 2">
            <a:extLst>
              <a:ext uri="{FF2B5EF4-FFF2-40B4-BE49-F238E27FC236}">
                <a16:creationId xmlns:a16="http://schemas.microsoft.com/office/drawing/2014/main" id="{44EDEED0-6350-7EB1-637D-01E8B4B3ED7E}"/>
              </a:ext>
            </a:extLst>
          </p:cNvPr>
          <p:cNvPicPr>
            <a:picLocks noChangeAspect="1"/>
          </p:cNvPicPr>
          <p:nvPr/>
        </p:nvPicPr>
        <p:blipFill>
          <a:blip r:embed="rId3"/>
          <a:stretch>
            <a:fillRect/>
          </a:stretch>
        </p:blipFill>
        <p:spPr>
          <a:xfrm>
            <a:off x="1154953" y="1761903"/>
            <a:ext cx="9392545" cy="5096097"/>
          </a:xfrm>
          <a:prstGeom prst="rect">
            <a:avLst/>
          </a:prstGeom>
        </p:spPr>
      </p:pic>
    </p:spTree>
    <p:extLst>
      <p:ext uri="{BB962C8B-B14F-4D97-AF65-F5344CB8AC3E}">
        <p14:creationId xmlns:p14="http://schemas.microsoft.com/office/powerpoint/2010/main" val="3136688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9" name="Rectangle 8">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descr="A screenshot of a computer&#10;&#10;AI-generated content may be incorrect.">
            <a:extLst>
              <a:ext uri="{FF2B5EF4-FFF2-40B4-BE49-F238E27FC236}">
                <a16:creationId xmlns:a16="http://schemas.microsoft.com/office/drawing/2014/main" id="{A720F3D8-537B-8379-98B9-77E79072B91D}"/>
              </a:ext>
            </a:extLst>
          </p:cNvPr>
          <p:cNvPicPr>
            <a:picLocks noChangeAspect="1"/>
          </p:cNvPicPr>
          <p:nvPr/>
        </p:nvPicPr>
        <p:blipFill>
          <a:blip r:embed="rId3"/>
          <a:stretch>
            <a:fillRect/>
          </a:stretch>
        </p:blipFill>
        <p:spPr>
          <a:xfrm>
            <a:off x="1248651" y="1284394"/>
            <a:ext cx="9789867" cy="4283066"/>
          </a:xfrm>
          <a:prstGeom prst="rect">
            <a:avLst/>
          </a:prstGeom>
        </p:spPr>
      </p:pic>
      <p:sp>
        <p:nvSpPr>
          <p:cNvPr id="3" name="TextBox 2">
            <a:extLst>
              <a:ext uri="{FF2B5EF4-FFF2-40B4-BE49-F238E27FC236}">
                <a16:creationId xmlns:a16="http://schemas.microsoft.com/office/drawing/2014/main" id="{2D9F388C-5786-1D3F-9D5F-BDBB4BE1E8BF}"/>
              </a:ext>
            </a:extLst>
          </p:cNvPr>
          <p:cNvSpPr txBox="1"/>
          <p:nvPr/>
        </p:nvSpPr>
        <p:spPr>
          <a:xfrm>
            <a:off x="3059289" y="6269364"/>
            <a:ext cx="6931378" cy="307777"/>
          </a:xfrm>
          <a:prstGeom prst="rect">
            <a:avLst/>
          </a:prstGeom>
          <a:noFill/>
        </p:spPr>
        <p:txBody>
          <a:bodyPr wrap="square" rtlCol="0">
            <a:spAutoFit/>
          </a:bodyPr>
          <a:lstStyle/>
          <a:p>
            <a:r>
              <a:rPr lang="en-US" sz="1400" dirty="0">
                <a:solidFill>
                  <a:schemeClr val="bg1"/>
                </a:solidFill>
              </a:rPr>
              <a:t>A Survey of AI Agent Protocols (Yang et al., 2025)</a:t>
            </a:r>
          </a:p>
        </p:txBody>
      </p:sp>
      <p:sp>
        <p:nvSpPr>
          <p:cNvPr id="4" name="TextBox 3">
            <a:extLst>
              <a:ext uri="{FF2B5EF4-FFF2-40B4-BE49-F238E27FC236}">
                <a16:creationId xmlns:a16="http://schemas.microsoft.com/office/drawing/2014/main" id="{F3103F3F-40F9-3B79-919A-183A1E3FE292}"/>
              </a:ext>
            </a:extLst>
          </p:cNvPr>
          <p:cNvSpPr txBox="1"/>
          <p:nvPr/>
        </p:nvSpPr>
        <p:spPr>
          <a:xfrm>
            <a:off x="3645480" y="230477"/>
            <a:ext cx="5158785" cy="461665"/>
          </a:xfrm>
          <a:prstGeom prst="rect">
            <a:avLst/>
          </a:prstGeom>
          <a:noFill/>
        </p:spPr>
        <p:txBody>
          <a:bodyPr wrap="none" rtlCol="0">
            <a:spAutoFit/>
          </a:bodyPr>
          <a:lstStyle/>
          <a:p>
            <a:r>
              <a:rPr lang="en-US" sz="2400" dirty="0">
                <a:solidFill>
                  <a:schemeClr val="bg1"/>
                </a:solidFill>
              </a:rPr>
              <a:t>AI Domain Development Timeline</a:t>
            </a:r>
          </a:p>
        </p:txBody>
      </p:sp>
    </p:spTree>
    <p:extLst>
      <p:ext uri="{BB962C8B-B14F-4D97-AF65-F5344CB8AC3E}">
        <p14:creationId xmlns:p14="http://schemas.microsoft.com/office/powerpoint/2010/main" val="3251905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85ED26-1FAC-D7D0-49BB-9799E6A60DE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E64D035-A459-7435-7CC5-D22FF81DC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9" name="Rectangle 8">
            <a:extLst>
              <a:ext uri="{FF2B5EF4-FFF2-40B4-BE49-F238E27FC236}">
                <a16:creationId xmlns:a16="http://schemas.microsoft.com/office/drawing/2014/main" id="{C8D3406B-7ADC-B80E-92A1-E8A145431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80E2A84-892E-B43F-05B0-07C49319C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8AD10958-0E4D-189E-0693-97F3016DD60D}"/>
              </a:ext>
            </a:extLst>
          </p:cNvPr>
          <p:cNvSpPr txBox="1"/>
          <p:nvPr/>
        </p:nvSpPr>
        <p:spPr>
          <a:xfrm>
            <a:off x="3059289" y="6269364"/>
            <a:ext cx="6931378" cy="307777"/>
          </a:xfrm>
          <a:prstGeom prst="rect">
            <a:avLst/>
          </a:prstGeom>
          <a:noFill/>
        </p:spPr>
        <p:txBody>
          <a:bodyPr wrap="square" rtlCol="0">
            <a:spAutoFit/>
          </a:bodyPr>
          <a:lstStyle/>
          <a:p>
            <a:r>
              <a:rPr lang="en-US" sz="1400" dirty="0">
                <a:solidFill>
                  <a:schemeClr val="bg1"/>
                </a:solidFill>
              </a:rPr>
              <a:t>A Survey of AI Agent Protocols (Yang et al., 2025)</a:t>
            </a:r>
          </a:p>
        </p:txBody>
      </p:sp>
      <p:sp>
        <p:nvSpPr>
          <p:cNvPr id="4" name="TextBox 3">
            <a:extLst>
              <a:ext uri="{FF2B5EF4-FFF2-40B4-BE49-F238E27FC236}">
                <a16:creationId xmlns:a16="http://schemas.microsoft.com/office/drawing/2014/main" id="{8CDB03D0-80CB-9328-787E-8DF13A46C6C0}"/>
              </a:ext>
            </a:extLst>
          </p:cNvPr>
          <p:cNvSpPr txBox="1"/>
          <p:nvPr/>
        </p:nvSpPr>
        <p:spPr>
          <a:xfrm>
            <a:off x="3645480" y="230477"/>
            <a:ext cx="4971233" cy="461665"/>
          </a:xfrm>
          <a:prstGeom prst="rect">
            <a:avLst/>
          </a:prstGeom>
          <a:noFill/>
        </p:spPr>
        <p:txBody>
          <a:bodyPr wrap="none" rtlCol="0">
            <a:spAutoFit/>
          </a:bodyPr>
          <a:lstStyle/>
          <a:p>
            <a:r>
              <a:rPr lang="en-US" sz="2400" dirty="0">
                <a:solidFill>
                  <a:schemeClr val="bg1"/>
                </a:solidFill>
              </a:rPr>
              <a:t>AI Agent Protocols Classification</a:t>
            </a:r>
          </a:p>
        </p:txBody>
      </p:sp>
      <p:pic>
        <p:nvPicPr>
          <p:cNvPr id="5" name="Picture 4">
            <a:extLst>
              <a:ext uri="{FF2B5EF4-FFF2-40B4-BE49-F238E27FC236}">
                <a16:creationId xmlns:a16="http://schemas.microsoft.com/office/drawing/2014/main" id="{72FE8B3D-0620-307A-AB17-83C177388F48}"/>
              </a:ext>
            </a:extLst>
          </p:cNvPr>
          <p:cNvPicPr>
            <a:picLocks noChangeAspect="1"/>
          </p:cNvPicPr>
          <p:nvPr/>
        </p:nvPicPr>
        <p:blipFill>
          <a:blip r:embed="rId3"/>
          <a:stretch>
            <a:fillRect/>
          </a:stretch>
        </p:blipFill>
        <p:spPr>
          <a:xfrm>
            <a:off x="1826595" y="801795"/>
            <a:ext cx="7428089" cy="5186710"/>
          </a:xfrm>
          <a:prstGeom prst="rect">
            <a:avLst/>
          </a:prstGeom>
        </p:spPr>
      </p:pic>
    </p:spTree>
    <p:extLst>
      <p:ext uri="{BB962C8B-B14F-4D97-AF65-F5344CB8AC3E}">
        <p14:creationId xmlns:p14="http://schemas.microsoft.com/office/powerpoint/2010/main" val="4124485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3456CB-AFE6-2A0C-B674-F6666573F28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84D5847-8717-2A7A-4FD2-78317B6E3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9" name="Rectangle 8">
            <a:extLst>
              <a:ext uri="{FF2B5EF4-FFF2-40B4-BE49-F238E27FC236}">
                <a16:creationId xmlns:a16="http://schemas.microsoft.com/office/drawing/2014/main" id="{1F1C84EE-B554-36A0-E37B-AC15DB106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6A2692-DD93-81D9-F686-12D5C0E56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650C5C1D-414D-3B39-BCCF-34154D185650}"/>
              </a:ext>
            </a:extLst>
          </p:cNvPr>
          <p:cNvSpPr txBox="1"/>
          <p:nvPr/>
        </p:nvSpPr>
        <p:spPr>
          <a:xfrm>
            <a:off x="3059289" y="6269364"/>
            <a:ext cx="4538133" cy="307777"/>
          </a:xfrm>
          <a:prstGeom prst="rect">
            <a:avLst/>
          </a:prstGeom>
          <a:noFill/>
        </p:spPr>
        <p:txBody>
          <a:bodyPr wrap="square" rtlCol="0">
            <a:spAutoFit/>
          </a:bodyPr>
          <a:lstStyle/>
          <a:p>
            <a:pPr algn="just"/>
            <a:r>
              <a:rPr lang="en-US" sz="1400" dirty="0">
                <a:solidFill>
                  <a:schemeClr val="bg1"/>
                </a:solidFill>
              </a:rPr>
              <a:t>A Survey of AI Agent Protocols (Yang et al., 2025)</a:t>
            </a:r>
          </a:p>
        </p:txBody>
      </p:sp>
      <p:sp>
        <p:nvSpPr>
          <p:cNvPr id="4" name="TextBox 3">
            <a:extLst>
              <a:ext uri="{FF2B5EF4-FFF2-40B4-BE49-F238E27FC236}">
                <a16:creationId xmlns:a16="http://schemas.microsoft.com/office/drawing/2014/main" id="{40EE639F-40DB-B52A-CB77-ECD6A2AF8317}"/>
              </a:ext>
            </a:extLst>
          </p:cNvPr>
          <p:cNvSpPr txBox="1"/>
          <p:nvPr/>
        </p:nvSpPr>
        <p:spPr>
          <a:xfrm>
            <a:off x="3645480" y="230477"/>
            <a:ext cx="2738250" cy="461665"/>
          </a:xfrm>
          <a:prstGeom prst="rect">
            <a:avLst/>
          </a:prstGeom>
          <a:noFill/>
        </p:spPr>
        <p:txBody>
          <a:bodyPr wrap="none" rtlCol="0">
            <a:spAutoFit/>
          </a:bodyPr>
          <a:lstStyle/>
          <a:p>
            <a:r>
              <a:rPr lang="en-US" sz="2400" dirty="0">
                <a:solidFill>
                  <a:schemeClr val="bg1"/>
                </a:solidFill>
              </a:rPr>
              <a:t>MCP vs A2A Flow</a:t>
            </a:r>
          </a:p>
        </p:txBody>
      </p:sp>
      <p:pic>
        <p:nvPicPr>
          <p:cNvPr id="2" name="Picture 1">
            <a:extLst>
              <a:ext uri="{FF2B5EF4-FFF2-40B4-BE49-F238E27FC236}">
                <a16:creationId xmlns:a16="http://schemas.microsoft.com/office/drawing/2014/main" id="{780E2D53-622E-A432-DBA2-1457FAFA6B18}"/>
              </a:ext>
            </a:extLst>
          </p:cNvPr>
          <p:cNvPicPr>
            <a:picLocks noChangeAspect="1"/>
          </p:cNvPicPr>
          <p:nvPr/>
        </p:nvPicPr>
        <p:blipFill>
          <a:blip r:embed="rId3"/>
          <a:stretch>
            <a:fillRect/>
          </a:stretch>
        </p:blipFill>
        <p:spPr>
          <a:xfrm>
            <a:off x="1896351" y="1493936"/>
            <a:ext cx="8469489" cy="3821619"/>
          </a:xfrm>
          <a:prstGeom prst="rect">
            <a:avLst/>
          </a:prstGeom>
        </p:spPr>
      </p:pic>
    </p:spTree>
    <p:extLst>
      <p:ext uri="{BB962C8B-B14F-4D97-AF65-F5344CB8AC3E}">
        <p14:creationId xmlns:p14="http://schemas.microsoft.com/office/powerpoint/2010/main" val="105913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C43E7-DCC8-877E-320E-0325E0B3CB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B68CE2-F760-08CC-6E1B-2B5F2933BCCB}"/>
              </a:ext>
            </a:extLst>
          </p:cNvPr>
          <p:cNvSpPr>
            <a:spLocks noGrp="1"/>
          </p:cNvSpPr>
          <p:nvPr>
            <p:ph type="title"/>
          </p:nvPr>
        </p:nvSpPr>
        <p:spPr/>
        <p:txBody>
          <a:bodyPr/>
          <a:lstStyle/>
          <a:p>
            <a:r>
              <a:rPr lang="en-US" dirty="0"/>
              <a:t>MCP</a:t>
            </a:r>
            <a:br>
              <a:rPr lang="en-US" dirty="0"/>
            </a:br>
            <a:r>
              <a:rPr lang="en-US" dirty="0"/>
              <a:t>Context</a:t>
            </a:r>
            <a:br>
              <a:rPr lang="en-US" dirty="0"/>
            </a:br>
            <a:r>
              <a:rPr lang="en-US" dirty="0"/>
              <a:t>Protocol</a:t>
            </a:r>
          </a:p>
        </p:txBody>
      </p:sp>
      <p:sp>
        <p:nvSpPr>
          <p:cNvPr id="5" name="Text Placeholder 4">
            <a:extLst>
              <a:ext uri="{FF2B5EF4-FFF2-40B4-BE49-F238E27FC236}">
                <a16:creationId xmlns:a16="http://schemas.microsoft.com/office/drawing/2014/main" id="{73506A74-6D74-3089-FEBC-00D730A987CE}"/>
              </a:ext>
            </a:extLst>
          </p:cNvPr>
          <p:cNvSpPr>
            <a:spLocks noGrp="1"/>
          </p:cNvSpPr>
          <p:nvPr>
            <p:ph type="body" idx="1"/>
          </p:nvPr>
        </p:nvSpPr>
        <p:spPr/>
        <p:txBody>
          <a:bodyPr/>
          <a:lstStyle/>
          <a:p>
            <a:r>
              <a:rPr lang="en-US" dirty="0"/>
              <a:t>Walkthrough</a:t>
            </a:r>
          </a:p>
        </p:txBody>
      </p:sp>
    </p:spTree>
    <p:extLst>
      <p:ext uri="{BB962C8B-B14F-4D97-AF65-F5344CB8AC3E}">
        <p14:creationId xmlns:p14="http://schemas.microsoft.com/office/powerpoint/2010/main" val="2485606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a:extLst>
              <a:ext uri="{FF2B5EF4-FFF2-40B4-BE49-F238E27FC236}">
                <a16:creationId xmlns:a16="http://schemas.microsoft.com/office/drawing/2014/main" id="{70EC886A-9D3E-3EB3-3194-6B0AA1341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3825" y="0"/>
            <a:ext cx="68643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579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43BA0-F444-5D7E-22E8-940BEB7EB38C}"/>
              </a:ext>
            </a:extLst>
          </p:cNvPr>
          <p:cNvSpPr>
            <a:spLocks noGrp="1"/>
          </p:cNvSpPr>
          <p:nvPr>
            <p:ph type="title"/>
          </p:nvPr>
        </p:nvSpPr>
        <p:spPr/>
        <p:txBody>
          <a:bodyPr/>
          <a:lstStyle/>
          <a:p>
            <a:r>
              <a:rPr lang="en-US" dirty="0"/>
              <a:t>MCP Concepts</a:t>
            </a:r>
          </a:p>
        </p:txBody>
      </p:sp>
      <p:pic>
        <p:nvPicPr>
          <p:cNvPr id="3" name="Picture 2">
            <a:extLst>
              <a:ext uri="{FF2B5EF4-FFF2-40B4-BE49-F238E27FC236}">
                <a16:creationId xmlns:a16="http://schemas.microsoft.com/office/drawing/2014/main" id="{29B8C50A-177B-B31A-47F8-26A762808F10}"/>
              </a:ext>
            </a:extLst>
          </p:cNvPr>
          <p:cNvPicPr>
            <a:picLocks noChangeAspect="1"/>
          </p:cNvPicPr>
          <p:nvPr/>
        </p:nvPicPr>
        <p:blipFill>
          <a:blip r:embed="rId3"/>
          <a:stretch>
            <a:fillRect/>
          </a:stretch>
        </p:blipFill>
        <p:spPr>
          <a:xfrm>
            <a:off x="121792" y="2626813"/>
            <a:ext cx="11948415" cy="2893454"/>
          </a:xfrm>
          <a:prstGeom prst="rect">
            <a:avLst/>
          </a:prstGeom>
        </p:spPr>
      </p:pic>
      <p:sp>
        <p:nvSpPr>
          <p:cNvPr id="4" name="TextBox 3">
            <a:extLst>
              <a:ext uri="{FF2B5EF4-FFF2-40B4-BE49-F238E27FC236}">
                <a16:creationId xmlns:a16="http://schemas.microsoft.com/office/drawing/2014/main" id="{5BFDCA43-B489-AC69-9926-4624F03FC512}"/>
              </a:ext>
            </a:extLst>
          </p:cNvPr>
          <p:cNvSpPr txBox="1"/>
          <p:nvPr/>
        </p:nvSpPr>
        <p:spPr>
          <a:xfrm>
            <a:off x="3242930" y="6097116"/>
            <a:ext cx="6126998" cy="369332"/>
          </a:xfrm>
          <a:prstGeom prst="rect">
            <a:avLst/>
          </a:prstGeom>
          <a:noFill/>
        </p:spPr>
        <p:txBody>
          <a:bodyPr wrap="none" rtlCol="0">
            <a:spAutoFit/>
          </a:bodyPr>
          <a:lstStyle/>
          <a:p>
            <a:pPr algn="ctr"/>
            <a:r>
              <a:rPr lang="en-US" dirty="0"/>
              <a:t>Client Server Communication: </a:t>
            </a:r>
            <a:r>
              <a:rPr lang="en-US" dirty="0" err="1"/>
              <a:t>Stdio</a:t>
            </a:r>
            <a:r>
              <a:rPr lang="en-US" dirty="0"/>
              <a:t>, </a:t>
            </a:r>
            <a:r>
              <a:rPr lang="en-US" dirty="0" err="1"/>
              <a:t>Streamable</a:t>
            </a:r>
            <a:r>
              <a:rPr lang="en-US" dirty="0"/>
              <a:t> HTTP</a:t>
            </a:r>
          </a:p>
        </p:txBody>
      </p:sp>
    </p:spTree>
    <p:extLst>
      <p:ext uri="{BB962C8B-B14F-4D97-AF65-F5344CB8AC3E}">
        <p14:creationId xmlns:p14="http://schemas.microsoft.com/office/powerpoint/2010/main" val="58276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ECAF1E58-D170-4EF3-8E1A-992DA3688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Oval 40">
            <a:extLst>
              <a:ext uri="{FF2B5EF4-FFF2-40B4-BE49-F238E27FC236}">
                <a16:creationId xmlns:a16="http://schemas.microsoft.com/office/drawing/2014/main" id="{3EACCB19-3F29-416E-BD93-24BDDE37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Oval 41">
            <a:extLst>
              <a:ext uri="{FF2B5EF4-FFF2-40B4-BE49-F238E27FC236}">
                <a16:creationId xmlns:a16="http://schemas.microsoft.com/office/drawing/2014/main" id="{39C41423-F9F7-4333-A541-61582D3D2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Freeform 5">
            <a:extLst>
              <a:ext uri="{FF2B5EF4-FFF2-40B4-BE49-F238E27FC236}">
                <a16:creationId xmlns:a16="http://schemas.microsoft.com/office/drawing/2014/main" id="{A66DA090-6BD9-45CC-B782-02767069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44" name="Rectangle 43">
            <a:extLst>
              <a:ext uri="{FF2B5EF4-FFF2-40B4-BE49-F238E27FC236}">
                <a16:creationId xmlns:a16="http://schemas.microsoft.com/office/drawing/2014/main" id="{BA9F93AF-9489-4B8A-AA6B-1B00D3CA68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Freeform 5">
            <a:extLst>
              <a:ext uri="{FF2B5EF4-FFF2-40B4-BE49-F238E27FC236}">
                <a16:creationId xmlns:a16="http://schemas.microsoft.com/office/drawing/2014/main" id="{2F459F0B-865B-481D-9AC3-15C76A336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46" name="Freeform 5">
            <a:extLst>
              <a:ext uri="{FF2B5EF4-FFF2-40B4-BE49-F238E27FC236}">
                <a16:creationId xmlns:a16="http://schemas.microsoft.com/office/drawing/2014/main" id="{61CDB3A6-B686-4E1D-AD52-3DC038A45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C93D2CDD-43B6-AF59-3ED2-D21F3FA5D3E6}"/>
              </a:ext>
            </a:extLst>
          </p:cNvPr>
          <p:cNvSpPr>
            <a:spLocks noGrp="1"/>
          </p:cNvSpPr>
          <p:nvPr>
            <p:ph type="title"/>
          </p:nvPr>
        </p:nvSpPr>
        <p:spPr>
          <a:xfrm>
            <a:off x="1154955" y="973667"/>
            <a:ext cx="2942210" cy="4833745"/>
          </a:xfrm>
        </p:spPr>
        <p:txBody>
          <a:bodyPr>
            <a:normAutofit/>
          </a:bodyPr>
          <a:lstStyle/>
          <a:p>
            <a:r>
              <a:rPr lang="en-US">
                <a:solidFill>
                  <a:srgbClr val="EBEBEB"/>
                </a:solidFill>
              </a:rPr>
              <a:t>MCP Protocol</a:t>
            </a:r>
          </a:p>
        </p:txBody>
      </p:sp>
      <p:sp>
        <p:nvSpPr>
          <p:cNvPr id="47" name="Rectangle 46">
            <a:extLst>
              <a:ext uri="{FF2B5EF4-FFF2-40B4-BE49-F238E27FC236}">
                <a16:creationId xmlns:a16="http://schemas.microsoft.com/office/drawing/2014/main" id="{3D38E400-4F30-481D-A5DC-5AA21A2CB8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48" name="Content Placeholder 2">
            <a:extLst>
              <a:ext uri="{FF2B5EF4-FFF2-40B4-BE49-F238E27FC236}">
                <a16:creationId xmlns:a16="http://schemas.microsoft.com/office/drawing/2014/main" id="{5C1D4BFB-68AD-A5FB-520F-7A1614F77455}"/>
              </a:ext>
            </a:extLst>
          </p:cNvPr>
          <p:cNvGraphicFramePr>
            <a:graphicFrameLocks noGrp="1"/>
          </p:cNvGraphicFramePr>
          <p:nvPr>
            <p:ph idx="1"/>
            <p:extLst>
              <p:ext uri="{D42A27DB-BD31-4B8C-83A1-F6EECF244321}">
                <p14:modId xmlns:p14="http://schemas.microsoft.com/office/powerpoint/2010/main" val="368871676"/>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620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5F279D6-ED25-4D3F-9479-8ABB21867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8D0B1B4-C487-47EF-B7D0-421066454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1" name="Freeform: Shape 10">
            <a:extLst>
              <a:ext uri="{FF2B5EF4-FFF2-40B4-BE49-F238E27FC236}">
                <a16:creationId xmlns:a16="http://schemas.microsoft.com/office/drawing/2014/main" id="{0214736A-03B2-4B91-B0AF-B21213F3B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pic>
        <p:nvPicPr>
          <p:cNvPr id="2" name="Picture 1">
            <a:extLst>
              <a:ext uri="{FF2B5EF4-FFF2-40B4-BE49-F238E27FC236}">
                <a16:creationId xmlns:a16="http://schemas.microsoft.com/office/drawing/2014/main" id="{C25F0241-24A2-758E-A504-02925FAE2827}"/>
              </a:ext>
            </a:extLst>
          </p:cNvPr>
          <p:cNvPicPr>
            <a:picLocks noChangeAspect="1"/>
          </p:cNvPicPr>
          <p:nvPr/>
        </p:nvPicPr>
        <p:blipFill>
          <a:blip r:embed="rId3"/>
          <a:stretch>
            <a:fillRect/>
          </a:stretch>
        </p:blipFill>
        <p:spPr>
          <a:xfrm>
            <a:off x="3498113" y="384424"/>
            <a:ext cx="6554767" cy="5995111"/>
          </a:xfrm>
          <a:prstGeom prst="rect">
            <a:avLst/>
          </a:prstGeom>
        </p:spPr>
      </p:pic>
      <p:sp>
        <p:nvSpPr>
          <p:cNvPr id="3" name="TextBox 2">
            <a:extLst>
              <a:ext uri="{FF2B5EF4-FFF2-40B4-BE49-F238E27FC236}">
                <a16:creationId xmlns:a16="http://schemas.microsoft.com/office/drawing/2014/main" id="{00C68760-6499-C6EB-6965-561F282E294F}"/>
              </a:ext>
            </a:extLst>
          </p:cNvPr>
          <p:cNvSpPr txBox="1"/>
          <p:nvPr/>
        </p:nvSpPr>
        <p:spPr>
          <a:xfrm>
            <a:off x="824177" y="2892056"/>
            <a:ext cx="1132041" cy="646331"/>
          </a:xfrm>
          <a:prstGeom prst="rect">
            <a:avLst/>
          </a:prstGeom>
          <a:noFill/>
        </p:spPr>
        <p:txBody>
          <a:bodyPr wrap="none" rtlCol="0">
            <a:spAutoFit/>
          </a:bodyPr>
          <a:lstStyle/>
          <a:p>
            <a:r>
              <a:rPr lang="en-US" dirty="0">
                <a:solidFill>
                  <a:schemeClr val="bg1"/>
                </a:solidFill>
              </a:rPr>
              <a:t>Flow:</a:t>
            </a:r>
          </a:p>
          <a:p>
            <a:r>
              <a:rPr lang="en-US" dirty="0">
                <a:solidFill>
                  <a:schemeClr val="bg1"/>
                </a:solidFill>
              </a:rPr>
              <a:t>Tool Call</a:t>
            </a:r>
          </a:p>
        </p:txBody>
      </p:sp>
    </p:spTree>
    <p:extLst>
      <p:ext uri="{BB962C8B-B14F-4D97-AF65-F5344CB8AC3E}">
        <p14:creationId xmlns:p14="http://schemas.microsoft.com/office/powerpoint/2010/main" val="1010679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35905788-C9B6-3992-1152-8A9F61E06E28}"/>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A58E22E-912C-13D3-36D4-47D284FA39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BA9B23E-510E-69CC-07D3-F482CC1519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1" name="Freeform: Shape 10">
            <a:extLst>
              <a:ext uri="{FF2B5EF4-FFF2-40B4-BE49-F238E27FC236}">
                <a16:creationId xmlns:a16="http://schemas.microsoft.com/office/drawing/2014/main" id="{54D0202B-5CD7-C2FA-97D6-0269763EC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pic>
        <p:nvPicPr>
          <p:cNvPr id="3" name="Picture 2">
            <a:extLst>
              <a:ext uri="{FF2B5EF4-FFF2-40B4-BE49-F238E27FC236}">
                <a16:creationId xmlns:a16="http://schemas.microsoft.com/office/drawing/2014/main" id="{21B84B05-05CC-0F9F-FE42-EBBC1EA945A5}"/>
              </a:ext>
            </a:extLst>
          </p:cNvPr>
          <p:cNvPicPr>
            <a:picLocks noChangeAspect="1"/>
          </p:cNvPicPr>
          <p:nvPr/>
        </p:nvPicPr>
        <p:blipFill>
          <a:blip r:embed="rId3"/>
          <a:stretch>
            <a:fillRect/>
          </a:stretch>
        </p:blipFill>
        <p:spPr>
          <a:xfrm>
            <a:off x="2911623" y="499731"/>
            <a:ext cx="8980968" cy="5973845"/>
          </a:xfrm>
          <a:prstGeom prst="rect">
            <a:avLst/>
          </a:prstGeom>
        </p:spPr>
      </p:pic>
      <p:sp>
        <p:nvSpPr>
          <p:cNvPr id="4" name="TextBox 3">
            <a:extLst>
              <a:ext uri="{FF2B5EF4-FFF2-40B4-BE49-F238E27FC236}">
                <a16:creationId xmlns:a16="http://schemas.microsoft.com/office/drawing/2014/main" id="{3BF2E122-6932-2DF8-B551-84EBF315855B}"/>
              </a:ext>
            </a:extLst>
          </p:cNvPr>
          <p:cNvSpPr txBox="1"/>
          <p:nvPr/>
        </p:nvSpPr>
        <p:spPr>
          <a:xfrm>
            <a:off x="719982" y="3001958"/>
            <a:ext cx="1848583" cy="646331"/>
          </a:xfrm>
          <a:prstGeom prst="rect">
            <a:avLst/>
          </a:prstGeom>
          <a:noFill/>
        </p:spPr>
        <p:txBody>
          <a:bodyPr wrap="none" rtlCol="0">
            <a:spAutoFit/>
          </a:bodyPr>
          <a:lstStyle/>
          <a:p>
            <a:r>
              <a:rPr lang="en-US" dirty="0">
                <a:solidFill>
                  <a:schemeClr val="bg1"/>
                </a:solidFill>
              </a:rPr>
              <a:t>Flow:</a:t>
            </a:r>
          </a:p>
          <a:p>
            <a:r>
              <a:rPr lang="en-US" dirty="0">
                <a:solidFill>
                  <a:schemeClr val="bg1"/>
                </a:solidFill>
              </a:rPr>
              <a:t>MCP Elicitation</a:t>
            </a:r>
          </a:p>
        </p:txBody>
      </p:sp>
    </p:spTree>
    <p:extLst>
      <p:ext uri="{BB962C8B-B14F-4D97-AF65-F5344CB8AC3E}">
        <p14:creationId xmlns:p14="http://schemas.microsoft.com/office/powerpoint/2010/main" val="488474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F279D6-ED25-4D3F-9479-8ABB21867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8D0B1B4-C487-47EF-B7D0-421066454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2" name="Freeform: Shape 11">
            <a:extLst>
              <a:ext uri="{FF2B5EF4-FFF2-40B4-BE49-F238E27FC236}">
                <a16:creationId xmlns:a16="http://schemas.microsoft.com/office/drawing/2014/main" id="{0214736A-03B2-4B91-B0AF-B21213F3B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pic>
        <p:nvPicPr>
          <p:cNvPr id="3" name="Picture 2">
            <a:extLst>
              <a:ext uri="{FF2B5EF4-FFF2-40B4-BE49-F238E27FC236}">
                <a16:creationId xmlns:a16="http://schemas.microsoft.com/office/drawing/2014/main" id="{C5FAE093-CD73-2B5E-4FDF-79E82838BA02}"/>
              </a:ext>
            </a:extLst>
          </p:cNvPr>
          <p:cNvPicPr>
            <a:picLocks noChangeAspect="1"/>
          </p:cNvPicPr>
          <p:nvPr/>
        </p:nvPicPr>
        <p:blipFill>
          <a:blip r:embed="rId3"/>
          <a:stretch>
            <a:fillRect/>
          </a:stretch>
        </p:blipFill>
        <p:spPr>
          <a:xfrm>
            <a:off x="4330991" y="643466"/>
            <a:ext cx="5895310" cy="5571067"/>
          </a:xfrm>
          <a:prstGeom prst="rect">
            <a:avLst/>
          </a:prstGeom>
        </p:spPr>
      </p:pic>
      <p:sp>
        <p:nvSpPr>
          <p:cNvPr id="4" name="TextBox 3">
            <a:extLst>
              <a:ext uri="{FF2B5EF4-FFF2-40B4-BE49-F238E27FC236}">
                <a16:creationId xmlns:a16="http://schemas.microsoft.com/office/drawing/2014/main" id="{3342ABB5-F75B-56FB-7D38-38B39BCE83E2}"/>
              </a:ext>
            </a:extLst>
          </p:cNvPr>
          <p:cNvSpPr txBox="1"/>
          <p:nvPr/>
        </p:nvSpPr>
        <p:spPr>
          <a:xfrm>
            <a:off x="732005" y="2986269"/>
            <a:ext cx="1316386" cy="646331"/>
          </a:xfrm>
          <a:prstGeom prst="rect">
            <a:avLst/>
          </a:prstGeom>
          <a:noFill/>
        </p:spPr>
        <p:txBody>
          <a:bodyPr wrap="none" rtlCol="0">
            <a:spAutoFit/>
          </a:bodyPr>
          <a:lstStyle/>
          <a:p>
            <a:r>
              <a:rPr lang="en-US" dirty="0">
                <a:solidFill>
                  <a:schemeClr val="bg1"/>
                </a:solidFill>
              </a:rPr>
              <a:t>Flow:</a:t>
            </a:r>
          </a:p>
          <a:p>
            <a:r>
              <a:rPr lang="en-US" dirty="0">
                <a:solidFill>
                  <a:schemeClr val="bg1"/>
                </a:solidFill>
              </a:rPr>
              <a:t>MCP Auth</a:t>
            </a:r>
          </a:p>
        </p:txBody>
      </p:sp>
    </p:spTree>
    <p:extLst>
      <p:ext uri="{BB962C8B-B14F-4D97-AF65-F5344CB8AC3E}">
        <p14:creationId xmlns:p14="http://schemas.microsoft.com/office/powerpoint/2010/main" val="1373059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9" name="Rectangle 8">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4076A854-2CDC-B85E-A1D5-E1B5C6B12555}"/>
              </a:ext>
            </a:extLst>
          </p:cNvPr>
          <p:cNvPicPr>
            <a:picLocks noChangeAspect="1"/>
          </p:cNvPicPr>
          <p:nvPr/>
        </p:nvPicPr>
        <p:blipFill>
          <a:blip r:embed="rId3"/>
          <a:stretch>
            <a:fillRect/>
          </a:stretch>
        </p:blipFill>
        <p:spPr>
          <a:xfrm>
            <a:off x="1750697" y="1284394"/>
            <a:ext cx="8785775" cy="4283066"/>
          </a:xfrm>
          <a:prstGeom prst="rect">
            <a:avLst/>
          </a:prstGeom>
        </p:spPr>
      </p:pic>
      <p:sp>
        <p:nvSpPr>
          <p:cNvPr id="3" name="TextBox 2">
            <a:extLst>
              <a:ext uri="{FF2B5EF4-FFF2-40B4-BE49-F238E27FC236}">
                <a16:creationId xmlns:a16="http://schemas.microsoft.com/office/drawing/2014/main" id="{2A71E12C-4FAD-EB90-D649-C5C073C83DD7}"/>
              </a:ext>
            </a:extLst>
          </p:cNvPr>
          <p:cNvSpPr txBox="1"/>
          <p:nvPr/>
        </p:nvSpPr>
        <p:spPr>
          <a:xfrm>
            <a:off x="4389738" y="6269364"/>
            <a:ext cx="3507692" cy="369332"/>
          </a:xfrm>
          <a:prstGeom prst="rect">
            <a:avLst/>
          </a:prstGeom>
          <a:noFill/>
        </p:spPr>
        <p:txBody>
          <a:bodyPr wrap="none" rtlCol="0">
            <a:spAutoFit/>
          </a:bodyPr>
          <a:lstStyle/>
          <a:p>
            <a:pPr algn="ctr"/>
            <a:r>
              <a:rPr lang="en-US" dirty="0">
                <a:solidFill>
                  <a:schemeClr val="bg1"/>
                </a:solidFill>
              </a:rPr>
              <a:t>Case Study: Build Debugging </a:t>
            </a:r>
          </a:p>
        </p:txBody>
      </p:sp>
    </p:spTree>
    <p:extLst>
      <p:ext uri="{BB962C8B-B14F-4D97-AF65-F5344CB8AC3E}">
        <p14:creationId xmlns:p14="http://schemas.microsoft.com/office/powerpoint/2010/main" val="898839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1204FF-4DE5-5F98-7115-68260C229A2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0" name="Rectangle 9">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 name="Picture 2">
            <a:extLst>
              <a:ext uri="{FF2B5EF4-FFF2-40B4-BE49-F238E27FC236}">
                <a16:creationId xmlns:a16="http://schemas.microsoft.com/office/drawing/2014/main" id="{A81D3E70-6178-0CEE-58E6-0929C4D675AB}"/>
              </a:ext>
            </a:extLst>
          </p:cNvPr>
          <p:cNvPicPr>
            <a:picLocks noChangeAspect="1"/>
          </p:cNvPicPr>
          <p:nvPr/>
        </p:nvPicPr>
        <p:blipFill>
          <a:blip r:embed="rId3"/>
          <a:stretch>
            <a:fillRect/>
          </a:stretch>
        </p:blipFill>
        <p:spPr>
          <a:xfrm>
            <a:off x="1276461" y="1284394"/>
            <a:ext cx="9734246" cy="4283066"/>
          </a:xfrm>
          <a:prstGeom prst="rect">
            <a:avLst/>
          </a:prstGeom>
        </p:spPr>
      </p:pic>
      <p:sp>
        <p:nvSpPr>
          <p:cNvPr id="6" name="TextBox 5">
            <a:extLst>
              <a:ext uri="{FF2B5EF4-FFF2-40B4-BE49-F238E27FC236}">
                <a16:creationId xmlns:a16="http://schemas.microsoft.com/office/drawing/2014/main" id="{721CD5E9-A0D7-D01F-CA3C-1B37FEEE1855}"/>
              </a:ext>
            </a:extLst>
          </p:cNvPr>
          <p:cNvSpPr txBox="1"/>
          <p:nvPr/>
        </p:nvSpPr>
        <p:spPr>
          <a:xfrm>
            <a:off x="4827360" y="6269364"/>
            <a:ext cx="2632452" cy="369332"/>
          </a:xfrm>
          <a:prstGeom prst="rect">
            <a:avLst/>
          </a:prstGeom>
          <a:noFill/>
        </p:spPr>
        <p:txBody>
          <a:bodyPr wrap="none" rtlCol="0">
            <a:spAutoFit/>
          </a:bodyPr>
          <a:lstStyle/>
          <a:p>
            <a:pPr algn="ctr"/>
            <a:r>
              <a:rPr lang="en-US" dirty="0">
                <a:solidFill>
                  <a:schemeClr val="bg1"/>
                </a:solidFill>
              </a:rPr>
              <a:t>Case Study: DB Query</a:t>
            </a:r>
          </a:p>
        </p:txBody>
      </p:sp>
    </p:spTree>
    <p:extLst>
      <p:ext uri="{BB962C8B-B14F-4D97-AF65-F5344CB8AC3E}">
        <p14:creationId xmlns:p14="http://schemas.microsoft.com/office/powerpoint/2010/main" val="1350248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9" name="Rectangle 8">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91C1DB20-C8DB-C03C-3B3E-8439E3A5A032}"/>
              </a:ext>
            </a:extLst>
          </p:cNvPr>
          <p:cNvPicPr>
            <a:picLocks noChangeAspect="1"/>
          </p:cNvPicPr>
          <p:nvPr/>
        </p:nvPicPr>
        <p:blipFill>
          <a:blip r:embed="rId3"/>
          <a:stretch>
            <a:fillRect/>
          </a:stretch>
        </p:blipFill>
        <p:spPr>
          <a:xfrm>
            <a:off x="1817256" y="1284394"/>
            <a:ext cx="8652657" cy="4283066"/>
          </a:xfrm>
          <a:prstGeom prst="rect">
            <a:avLst/>
          </a:prstGeom>
        </p:spPr>
      </p:pic>
      <p:sp>
        <p:nvSpPr>
          <p:cNvPr id="3" name="TextBox 2">
            <a:extLst>
              <a:ext uri="{FF2B5EF4-FFF2-40B4-BE49-F238E27FC236}">
                <a16:creationId xmlns:a16="http://schemas.microsoft.com/office/drawing/2014/main" id="{AE9F28AD-0565-0934-CF96-DF7FDF32C42D}"/>
              </a:ext>
            </a:extLst>
          </p:cNvPr>
          <p:cNvSpPr txBox="1"/>
          <p:nvPr/>
        </p:nvSpPr>
        <p:spPr>
          <a:xfrm>
            <a:off x="3479052" y="6269364"/>
            <a:ext cx="4156908" cy="369332"/>
          </a:xfrm>
          <a:prstGeom prst="rect">
            <a:avLst/>
          </a:prstGeom>
          <a:noFill/>
        </p:spPr>
        <p:txBody>
          <a:bodyPr wrap="none" rtlCol="0">
            <a:spAutoFit/>
          </a:bodyPr>
          <a:lstStyle/>
          <a:p>
            <a:pPr algn="ctr"/>
            <a:r>
              <a:rPr lang="en-US" dirty="0">
                <a:solidFill>
                  <a:schemeClr val="bg1"/>
                </a:solidFill>
              </a:rPr>
              <a:t>Case Study: SaaS Integration Server</a:t>
            </a:r>
          </a:p>
        </p:txBody>
      </p:sp>
    </p:spTree>
    <p:extLst>
      <p:ext uri="{BB962C8B-B14F-4D97-AF65-F5344CB8AC3E}">
        <p14:creationId xmlns:p14="http://schemas.microsoft.com/office/powerpoint/2010/main" val="1073720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138B3-9623-64C9-6F75-5804D8F48059}"/>
              </a:ext>
            </a:extLst>
          </p:cNvPr>
          <p:cNvSpPr>
            <a:spLocks noGrp="1"/>
          </p:cNvSpPr>
          <p:nvPr>
            <p:ph type="title"/>
          </p:nvPr>
        </p:nvSpPr>
        <p:spPr/>
        <p:txBody>
          <a:bodyPr/>
          <a:lstStyle/>
          <a:p>
            <a:r>
              <a:rPr lang="en-US" dirty="0"/>
              <a:t>Quick MCP Demo</a:t>
            </a:r>
          </a:p>
        </p:txBody>
      </p:sp>
      <p:sp>
        <p:nvSpPr>
          <p:cNvPr id="3" name="Text Placeholder 2">
            <a:extLst>
              <a:ext uri="{FF2B5EF4-FFF2-40B4-BE49-F238E27FC236}">
                <a16:creationId xmlns:a16="http://schemas.microsoft.com/office/drawing/2014/main" id="{30A24032-AB0F-2D98-C2DB-5DC7E083869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9173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5B484-F2FD-E7D1-76A2-BAB546B196A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8A33D6-84AA-446F-7F03-A4F4B1F120F3}"/>
              </a:ext>
            </a:extLst>
          </p:cNvPr>
          <p:cNvSpPr>
            <a:spLocks noGrp="1"/>
          </p:cNvSpPr>
          <p:nvPr>
            <p:ph type="title"/>
          </p:nvPr>
        </p:nvSpPr>
        <p:spPr/>
        <p:txBody>
          <a:bodyPr/>
          <a:lstStyle/>
          <a:p>
            <a:r>
              <a:rPr lang="en-US" dirty="0"/>
              <a:t>A2A</a:t>
            </a:r>
          </a:p>
        </p:txBody>
      </p:sp>
      <p:sp>
        <p:nvSpPr>
          <p:cNvPr id="5" name="Text Placeholder 4">
            <a:extLst>
              <a:ext uri="{FF2B5EF4-FFF2-40B4-BE49-F238E27FC236}">
                <a16:creationId xmlns:a16="http://schemas.microsoft.com/office/drawing/2014/main" id="{5B8F7DBF-B237-97B2-7F98-91BB571F72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32909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B060E84-243F-6BDA-79F8-8571CAFF88DD}"/>
              </a:ext>
            </a:extLst>
          </p:cNvPr>
          <p:cNvSpPr>
            <a:spLocks noGrp="1"/>
          </p:cNvSpPr>
          <p:nvPr>
            <p:ph type="title"/>
          </p:nvPr>
        </p:nvSpPr>
        <p:spPr/>
        <p:txBody>
          <a:bodyPr/>
          <a:lstStyle/>
          <a:p>
            <a:r>
              <a:rPr lang="en-US" dirty="0"/>
              <a:t>What is A2A ?</a:t>
            </a:r>
          </a:p>
        </p:txBody>
      </p:sp>
      <p:sp>
        <p:nvSpPr>
          <p:cNvPr id="12" name="Text Placeholder 11">
            <a:extLst>
              <a:ext uri="{FF2B5EF4-FFF2-40B4-BE49-F238E27FC236}">
                <a16:creationId xmlns:a16="http://schemas.microsoft.com/office/drawing/2014/main" id="{3AD9D6EF-040F-98DF-89AD-C03D264D524C}"/>
              </a:ext>
            </a:extLst>
          </p:cNvPr>
          <p:cNvSpPr>
            <a:spLocks noGrp="1"/>
          </p:cNvSpPr>
          <p:nvPr>
            <p:ph idx="1"/>
          </p:nvPr>
        </p:nvSpPr>
        <p:spPr/>
        <p:txBody>
          <a:bodyPr/>
          <a:lstStyle/>
          <a:p>
            <a:r>
              <a:rPr lang="en-IN" dirty="0"/>
              <a:t>A2A (Agent2Agent) is an </a:t>
            </a:r>
            <a:r>
              <a:rPr lang="en-IN" b="1" dirty="0"/>
              <a:t>open protocol</a:t>
            </a:r>
            <a:r>
              <a:rPr lang="en-IN" dirty="0"/>
              <a:t> from Google and partners enabling different </a:t>
            </a:r>
            <a:r>
              <a:rPr lang="en-IN" b="1" dirty="0"/>
              <a:t>AI agents</a:t>
            </a:r>
            <a:r>
              <a:rPr lang="en-IN" dirty="0"/>
              <a:t> (from various vendors/frameworks) to </a:t>
            </a:r>
            <a:r>
              <a:rPr lang="en-IN" b="1" dirty="0"/>
              <a:t>communicate securely</a:t>
            </a:r>
            <a:r>
              <a:rPr lang="en-IN" dirty="0"/>
              <a:t> and </a:t>
            </a:r>
            <a:r>
              <a:rPr lang="en-IN" b="1" dirty="0"/>
              <a:t>collaborate on tasks</a:t>
            </a:r>
            <a:r>
              <a:rPr lang="en-IN" dirty="0"/>
              <a:t>. It aims to break down silos between isolated agent systems, allowing for more complex cross-application automation.</a:t>
            </a:r>
            <a:endParaRPr lang="en-US" dirty="0"/>
          </a:p>
        </p:txBody>
      </p:sp>
      <p:pic>
        <p:nvPicPr>
          <p:cNvPr id="13" name="Picture 12">
            <a:extLst>
              <a:ext uri="{FF2B5EF4-FFF2-40B4-BE49-F238E27FC236}">
                <a16:creationId xmlns:a16="http://schemas.microsoft.com/office/drawing/2014/main" id="{0B89E90B-C0F2-471B-9ECC-C45F945FE754}"/>
              </a:ext>
            </a:extLst>
          </p:cNvPr>
          <p:cNvPicPr>
            <a:picLocks noChangeAspect="1"/>
          </p:cNvPicPr>
          <p:nvPr/>
        </p:nvPicPr>
        <p:blipFill>
          <a:blip r:embed="rId3"/>
          <a:stretch>
            <a:fillRect/>
          </a:stretch>
        </p:blipFill>
        <p:spPr>
          <a:xfrm>
            <a:off x="1984022" y="4481264"/>
            <a:ext cx="7772400" cy="2185249"/>
          </a:xfrm>
          <a:prstGeom prst="rect">
            <a:avLst/>
          </a:prstGeom>
        </p:spPr>
      </p:pic>
    </p:spTree>
    <p:extLst>
      <p:ext uri="{BB962C8B-B14F-4D97-AF65-F5344CB8AC3E}">
        <p14:creationId xmlns:p14="http://schemas.microsoft.com/office/powerpoint/2010/main" val="667924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CAF1E58-D170-4EF3-8E1A-992DA3688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Oval 30">
            <a:extLst>
              <a:ext uri="{FF2B5EF4-FFF2-40B4-BE49-F238E27FC236}">
                <a16:creationId xmlns:a16="http://schemas.microsoft.com/office/drawing/2014/main" id="{3EACCB19-3F29-416E-BD93-24BDDE37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Oval 31">
            <a:extLst>
              <a:ext uri="{FF2B5EF4-FFF2-40B4-BE49-F238E27FC236}">
                <a16:creationId xmlns:a16="http://schemas.microsoft.com/office/drawing/2014/main" id="{39C41423-F9F7-4333-A541-61582D3D2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5">
            <a:extLst>
              <a:ext uri="{FF2B5EF4-FFF2-40B4-BE49-F238E27FC236}">
                <a16:creationId xmlns:a16="http://schemas.microsoft.com/office/drawing/2014/main" id="{A66DA090-6BD9-45CC-B782-02767069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4" name="Rectangle 33">
            <a:extLst>
              <a:ext uri="{FF2B5EF4-FFF2-40B4-BE49-F238E27FC236}">
                <a16:creationId xmlns:a16="http://schemas.microsoft.com/office/drawing/2014/main" id="{BA9F93AF-9489-4B8A-AA6B-1B00D3CA68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5">
            <a:extLst>
              <a:ext uri="{FF2B5EF4-FFF2-40B4-BE49-F238E27FC236}">
                <a16:creationId xmlns:a16="http://schemas.microsoft.com/office/drawing/2014/main" id="{2F459F0B-865B-481D-9AC3-15C76A336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36" name="Freeform 5">
            <a:extLst>
              <a:ext uri="{FF2B5EF4-FFF2-40B4-BE49-F238E27FC236}">
                <a16:creationId xmlns:a16="http://schemas.microsoft.com/office/drawing/2014/main" id="{61CDB3A6-B686-4E1D-AD52-3DC038A45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E3D2BF82-E1A5-2564-33DE-8477B279E50B}"/>
              </a:ext>
            </a:extLst>
          </p:cNvPr>
          <p:cNvSpPr>
            <a:spLocks noGrp="1"/>
          </p:cNvSpPr>
          <p:nvPr>
            <p:ph type="title"/>
          </p:nvPr>
        </p:nvSpPr>
        <p:spPr>
          <a:xfrm>
            <a:off x="1154955" y="973667"/>
            <a:ext cx="2942210" cy="4833745"/>
          </a:xfrm>
        </p:spPr>
        <p:txBody>
          <a:bodyPr>
            <a:normAutofit/>
          </a:bodyPr>
          <a:lstStyle/>
          <a:p>
            <a:r>
              <a:rPr lang="en-US">
                <a:solidFill>
                  <a:srgbClr val="EBEBEB"/>
                </a:solidFill>
              </a:rPr>
              <a:t>Key Features</a:t>
            </a:r>
          </a:p>
        </p:txBody>
      </p:sp>
      <p:sp>
        <p:nvSpPr>
          <p:cNvPr id="37" name="Rectangle 36">
            <a:extLst>
              <a:ext uri="{FF2B5EF4-FFF2-40B4-BE49-F238E27FC236}">
                <a16:creationId xmlns:a16="http://schemas.microsoft.com/office/drawing/2014/main" id="{3D38E400-4F30-481D-A5DC-5AA21A2CB8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38" name="Content Placeholder 2">
            <a:extLst>
              <a:ext uri="{FF2B5EF4-FFF2-40B4-BE49-F238E27FC236}">
                <a16:creationId xmlns:a16="http://schemas.microsoft.com/office/drawing/2014/main" id="{1BB5D453-2EC0-F1A2-3DB3-BB11B62D0E8B}"/>
              </a:ext>
            </a:extLst>
          </p:cNvPr>
          <p:cNvGraphicFramePr>
            <a:graphicFrameLocks noGrp="1"/>
          </p:cNvGraphicFramePr>
          <p:nvPr>
            <p:ph idx="1"/>
            <p:extLst>
              <p:ext uri="{D42A27DB-BD31-4B8C-83A1-F6EECF244321}">
                <p14:modId xmlns:p14="http://schemas.microsoft.com/office/powerpoint/2010/main" val="2188031751"/>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10081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9" name="Rectangle 8">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A2F2E7E0-E3FF-B7C6-8782-3DB64EF60832}"/>
              </a:ext>
            </a:extLst>
          </p:cNvPr>
          <p:cNvPicPr>
            <a:picLocks noChangeAspect="1"/>
          </p:cNvPicPr>
          <p:nvPr/>
        </p:nvPicPr>
        <p:blipFill>
          <a:blip r:embed="rId3"/>
          <a:stretch>
            <a:fillRect/>
          </a:stretch>
        </p:blipFill>
        <p:spPr>
          <a:xfrm>
            <a:off x="1866654" y="925438"/>
            <a:ext cx="8733614" cy="5000977"/>
          </a:xfrm>
          <a:prstGeom prst="rect">
            <a:avLst/>
          </a:prstGeom>
        </p:spPr>
      </p:pic>
      <p:sp>
        <p:nvSpPr>
          <p:cNvPr id="3" name="TextBox 2">
            <a:extLst>
              <a:ext uri="{FF2B5EF4-FFF2-40B4-BE49-F238E27FC236}">
                <a16:creationId xmlns:a16="http://schemas.microsoft.com/office/drawing/2014/main" id="{C3B92485-69F1-DDF7-87A1-3C8436DD7802}"/>
              </a:ext>
            </a:extLst>
          </p:cNvPr>
          <p:cNvSpPr txBox="1"/>
          <p:nvPr/>
        </p:nvSpPr>
        <p:spPr>
          <a:xfrm flipH="1">
            <a:off x="3589867" y="6173704"/>
            <a:ext cx="4143022" cy="369332"/>
          </a:xfrm>
          <a:prstGeom prst="rect">
            <a:avLst/>
          </a:prstGeom>
          <a:noFill/>
        </p:spPr>
        <p:txBody>
          <a:bodyPr wrap="square" rtlCol="0">
            <a:spAutoFit/>
          </a:bodyPr>
          <a:lstStyle/>
          <a:p>
            <a:r>
              <a:rPr lang="en-US" dirty="0"/>
              <a:t>A2A ( High-level ecosystem)</a:t>
            </a:r>
          </a:p>
        </p:txBody>
      </p:sp>
    </p:spTree>
    <p:extLst>
      <p:ext uri="{BB962C8B-B14F-4D97-AF65-F5344CB8AC3E}">
        <p14:creationId xmlns:p14="http://schemas.microsoft.com/office/powerpoint/2010/main" val="3081771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5F279D6-ED25-4D3F-9479-8ABB21867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8">
            <a:extLst>
              <a:ext uri="{FF2B5EF4-FFF2-40B4-BE49-F238E27FC236}">
                <a16:creationId xmlns:a16="http://schemas.microsoft.com/office/drawing/2014/main" id="{38D0B1B4-C487-47EF-B7D0-421066454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4" name="Freeform: Shape 10">
            <a:extLst>
              <a:ext uri="{FF2B5EF4-FFF2-40B4-BE49-F238E27FC236}">
                <a16:creationId xmlns:a16="http://schemas.microsoft.com/office/drawing/2014/main" id="{0214736A-03B2-4B91-B0AF-B21213F3B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pic>
        <p:nvPicPr>
          <p:cNvPr id="2" name="Picture 1">
            <a:extLst>
              <a:ext uri="{FF2B5EF4-FFF2-40B4-BE49-F238E27FC236}">
                <a16:creationId xmlns:a16="http://schemas.microsoft.com/office/drawing/2014/main" id="{6C7AF3A1-0110-A5BB-ED8C-0836D9BB3E7C}"/>
              </a:ext>
            </a:extLst>
          </p:cNvPr>
          <p:cNvPicPr>
            <a:picLocks noChangeAspect="1"/>
          </p:cNvPicPr>
          <p:nvPr/>
        </p:nvPicPr>
        <p:blipFill>
          <a:blip r:embed="rId3"/>
          <a:stretch>
            <a:fillRect/>
          </a:stretch>
        </p:blipFill>
        <p:spPr>
          <a:xfrm>
            <a:off x="3925229" y="513957"/>
            <a:ext cx="5029200" cy="5864542"/>
          </a:xfrm>
          <a:prstGeom prst="rect">
            <a:avLst/>
          </a:prstGeom>
        </p:spPr>
      </p:pic>
      <p:sp>
        <p:nvSpPr>
          <p:cNvPr id="15" name="TextBox 14">
            <a:extLst>
              <a:ext uri="{FF2B5EF4-FFF2-40B4-BE49-F238E27FC236}">
                <a16:creationId xmlns:a16="http://schemas.microsoft.com/office/drawing/2014/main" id="{BF0D42F2-B515-B45D-F1C6-C09BD5B21321}"/>
              </a:ext>
            </a:extLst>
          </p:cNvPr>
          <p:cNvSpPr txBox="1"/>
          <p:nvPr/>
        </p:nvSpPr>
        <p:spPr>
          <a:xfrm>
            <a:off x="741475" y="2432271"/>
            <a:ext cx="1588897" cy="1292662"/>
          </a:xfrm>
          <a:prstGeom prst="rect">
            <a:avLst/>
          </a:prstGeom>
          <a:noFill/>
        </p:spPr>
        <p:txBody>
          <a:bodyPr wrap="none" rtlCol="0">
            <a:spAutoFit/>
          </a:bodyPr>
          <a:lstStyle/>
          <a:p>
            <a:r>
              <a:rPr lang="en-US" sz="2000" dirty="0">
                <a:solidFill>
                  <a:schemeClr val="bg1"/>
                </a:solidFill>
              </a:rPr>
              <a:t>A2A</a:t>
            </a:r>
          </a:p>
          <a:p>
            <a:r>
              <a:rPr lang="en-US" sz="2000" dirty="0">
                <a:solidFill>
                  <a:schemeClr val="bg1"/>
                </a:solidFill>
              </a:rPr>
              <a:t>Interactive </a:t>
            </a:r>
          </a:p>
          <a:p>
            <a:r>
              <a:rPr lang="en-US" sz="2000" dirty="0">
                <a:solidFill>
                  <a:schemeClr val="bg1"/>
                </a:solidFill>
              </a:rPr>
              <a:t>Flow</a:t>
            </a:r>
          </a:p>
          <a:p>
            <a:endParaRPr lang="en-US" dirty="0"/>
          </a:p>
        </p:txBody>
      </p:sp>
    </p:spTree>
    <p:extLst>
      <p:ext uri="{BB962C8B-B14F-4D97-AF65-F5344CB8AC3E}">
        <p14:creationId xmlns:p14="http://schemas.microsoft.com/office/powerpoint/2010/main" val="347423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F38D5-616A-143B-7775-530AAEA7287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6C5252F-B2F4-46E7-BA3B-D3C32F81F7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8">
            <a:extLst>
              <a:ext uri="{FF2B5EF4-FFF2-40B4-BE49-F238E27FC236}">
                <a16:creationId xmlns:a16="http://schemas.microsoft.com/office/drawing/2014/main" id="{1C369F4A-5BBB-BFC2-43EE-053844A9BE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14" name="Freeform: Shape 10">
            <a:extLst>
              <a:ext uri="{FF2B5EF4-FFF2-40B4-BE49-F238E27FC236}">
                <a16:creationId xmlns:a16="http://schemas.microsoft.com/office/drawing/2014/main" id="{6E7C804E-2AF2-2204-1743-502474838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sp>
        <p:nvSpPr>
          <p:cNvPr id="15" name="TextBox 14">
            <a:extLst>
              <a:ext uri="{FF2B5EF4-FFF2-40B4-BE49-F238E27FC236}">
                <a16:creationId xmlns:a16="http://schemas.microsoft.com/office/drawing/2014/main" id="{00F4B785-D75D-6246-24BB-163C35CC2051}"/>
              </a:ext>
            </a:extLst>
          </p:cNvPr>
          <p:cNvSpPr txBox="1"/>
          <p:nvPr/>
        </p:nvSpPr>
        <p:spPr>
          <a:xfrm>
            <a:off x="741475" y="2432271"/>
            <a:ext cx="1266693" cy="1292662"/>
          </a:xfrm>
          <a:prstGeom prst="rect">
            <a:avLst/>
          </a:prstGeom>
          <a:noFill/>
        </p:spPr>
        <p:txBody>
          <a:bodyPr wrap="none" rtlCol="0">
            <a:spAutoFit/>
          </a:bodyPr>
          <a:lstStyle/>
          <a:p>
            <a:r>
              <a:rPr lang="en-US" sz="2000" dirty="0">
                <a:solidFill>
                  <a:schemeClr val="bg1"/>
                </a:solidFill>
              </a:rPr>
              <a:t>A2A</a:t>
            </a:r>
          </a:p>
          <a:p>
            <a:r>
              <a:rPr lang="en-US" sz="2000" dirty="0">
                <a:solidFill>
                  <a:schemeClr val="bg1"/>
                </a:solidFill>
              </a:rPr>
              <a:t>Class</a:t>
            </a:r>
          </a:p>
          <a:p>
            <a:r>
              <a:rPr lang="en-US" sz="2000" dirty="0">
                <a:solidFill>
                  <a:schemeClr val="bg1"/>
                </a:solidFill>
              </a:rPr>
              <a:t>Diagram</a:t>
            </a:r>
          </a:p>
          <a:p>
            <a:endParaRPr lang="en-US" dirty="0"/>
          </a:p>
        </p:txBody>
      </p:sp>
      <p:pic>
        <p:nvPicPr>
          <p:cNvPr id="3" name="Picture 2">
            <a:extLst>
              <a:ext uri="{FF2B5EF4-FFF2-40B4-BE49-F238E27FC236}">
                <a16:creationId xmlns:a16="http://schemas.microsoft.com/office/drawing/2014/main" id="{DA53CB49-93BD-2080-4EC7-0BB926EAD179}"/>
              </a:ext>
            </a:extLst>
          </p:cNvPr>
          <p:cNvPicPr>
            <a:picLocks noChangeAspect="1"/>
          </p:cNvPicPr>
          <p:nvPr/>
        </p:nvPicPr>
        <p:blipFill>
          <a:blip r:embed="rId3"/>
          <a:stretch>
            <a:fillRect/>
          </a:stretch>
        </p:blipFill>
        <p:spPr>
          <a:xfrm>
            <a:off x="4578349" y="282223"/>
            <a:ext cx="4723695" cy="6029367"/>
          </a:xfrm>
          <a:prstGeom prst="rect">
            <a:avLst/>
          </a:prstGeom>
        </p:spPr>
      </p:pic>
    </p:spTree>
    <p:extLst>
      <p:ext uri="{BB962C8B-B14F-4D97-AF65-F5344CB8AC3E}">
        <p14:creationId xmlns:p14="http://schemas.microsoft.com/office/powerpoint/2010/main" val="26127306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9" name="Rectangle 8">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31AD24CC-85DC-DCEC-C952-141806F2A0B5}"/>
              </a:ext>
            </a:extLst>
          </p:cNvPr>
          <p:cNvPicPr>
            <a:picLocks noChangeAspect="1"/>
          </p:cNvPicPr>
          <p:nvPr/>
        </p:nvPicPr>
        <p:blipFill>
          <a:blip r:embed="rId3"/>
          <a:stretch>
            <a:fillRect/>
          </a:stretch>
        </p:blipFill>
        <p:spPr>
          <a:xfrm>
            <a:off x="643466" y="801794"/>
            <a:ext cx="10905068" cy="5248266"/>
          </a:xfrm>
          <a:prstGeom prst="rect">
            <a:avLst/>
          </a:prstGeom>
        </p:spPr>
      </p:pic>
      <p:sp>
        <p:nvSpPr>
          <p:cNvPr id="3" name="TextBox 2">
            <a:extLst>
              <a:ext uri="{FF2B5EF4-FFF2-40B4-BE49-F238E27FC236}">
                <a16:creationId xmlns:a16="http://schemas.microsoft.com/office/drawing/2014/main" id="{57FE7CF6-4643-4FEF-3842-EE183DB1812A}"/>
              </a:ext>
            </a:extLst>
          </p:cNvPr>
          <p:cNvSpPr txBox="1"/>
          <p:nvPr/>
        </p:nvSpPr>
        <p:spPr>
          <a:xfrm>
            <a:off x="4991133" y="6206600"/>
            <a:ext cx="3041217" cy="369332"/>
          </a:xfrm>
          <a:prstGeom prst="rect">
            <a:avLst/>
          </a:prstGeom>
          <a:noFill/>
        </p:spPr>
        <p:txBody>
          <a:bodyPr wrap="none" rtlCol="0">
            <a:spAutoFit/>
          </a:bodyPr>
          <a:lstStyle/>
          <a:p>
            <a:r>
              <a:rPr lang="en-US" dirty="0">
                <a:solidFill>
                  <a:schemeClr val="bg1"/>
                </a:solidFill>
              </a:rPr>
              <a:t>A2A: </a:t>
            </a:r>
            <a:r>
              <a:rPr lang="en-US" dirty="0" err="1">
                <a:solidFill>
                  <a:schemeClr val="bg1"/>
                </a:solidFill>
              </a:rPr>
              <a:t>Github</a:t>
            </a:r>
            <a:r>
              <a:rPr lang="en-US" dirty="0">
                <a:solidFill>
                  <a:schemeClr val="bg1"/>
                </a:solidFill>
              </a:rPr>
              <a:t> Webhook PR</a:t>
            </a:r>
          </a:p>
        </p:txBody>
      </p:sp>
    </p:spTree>
    <p:extLst>
      <p:ext uri="{BB962C8B-B14F-4D97-AF65-F5344CB8AC3E}">
        <p14:creationId xmlns:p14="http://schemas.microsoft.com/office/powerpoint/2010/main" val="54356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9" name="Rectangle 8">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7864975C-EE90-0B19-1D06-32DECDC8FF70}"/>
              </a:ext>
            </a:extLst>
          </p:cNvPr>
          <p:cNvPicPr>
            <a:picLocks noChangeAspect="1"/>
          </p:cNvPicPr>
          <p:nvPr/>
        </p:nvPicPr>
        <p:blipFill>
          <a:blip r:embed="rId3"/>
          <a:stretch>
            <a:fillRect/>
          </a:stretch>
        </p:blipFill>
        <p:spPr>
          <a:xfrm>
            <a:off x="2812473" y="801792"/>
            <a:ext cx="6556951" cy="5248266"/>
          </a:xfrm>
          <a:prstGeom prst="rect">
            <a:avLst/>
          </a:prstGeom>
        </p:spPr>
      </p:pic>
      <p:sp>
        <p:nvSpPr>
          <p:cNvPr id="5" name="TextBox 4">
            <a:extLst>
              <a:ext uri="{FF2B5EF4-FFF2-40B4-BE49-F238E27FC236}">
                <a16:creationId xmlns:a16="http://schemas.microsoft.com/office/drawing/2014/main" id="{58C6E7C5-AE16-7C3D-C194-539500F8F123}"/>
              </a:ext>
            </a:extLst>
          </p:cNvPr>
          <p:cNvSpPr txBox="1"/>
          <p:nvPr/>
        </p:nvSpPr>
        <p:spPr>
          <a:xfrm>
            <a:off x="3963286" y="6268990"/>
            <a:ext cx="6097772" cy="369332"/>
          </a:xfrm>
          <a:prstGeom prst="rect">
            <a:avLst/>
          </a:prstGeom>
          <a:noFill/>
        </p:spPr>
        <p:txBody>
          <a:bodyPr wrap="square">
            <a:spAutoFit/>
          </a:bodyPr>
          <a:lstStyle/>
          <a:p>
            <a:r>
              <a:rPr lang="en-US" dirty="0">
                <a:solidFill>
                  <a:schemeClr val="bg1"/>
                </a:solidFill>
              </a:rPr>
              <a:t>A2A: Warehouse Watchdog</a:t>
            </a:r>
          </a:p>
        </p:txBody>
      </p:sp>
    </p:spTree>
    <p:extLst>
      <p:ext uri="{BB962C8B-B14F-4D97-AF65-F5344CB8AC3E}">
        <p14:creationId xmlns:p14="http://schemas.microsoft.com/office/powerpoint/2010/main" val="341572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D88C60-C5FC-3869-B750-8384F173634B}"/>
              </a:ext>
            </a:extLst>
          </p:cNvPr>
          <p:cNvSpPr>
            <a:spLocks noGrp="1"/>
          </p:cNvSpPr>
          <p:nvPr>
            <p:ph type="title"/>
          </p:nvPr>
        </p:nvSpPr>
        <p:spPr/>
        <p:txBody>
          <a:bodyPr/>
          <a:lstStyle/>
          <a:p>
            <a:r>
              <a:rPr lang="en-US" dirty="0"/>
              <a:t>A2A Demo</a:t>
            </a:r>
          </a:p>
        </p:txBody>
      </p:sp>
      <p:sp>
        <p:nvSpPr>
          <p:cNvPr id="6" name="Text Placeholder 5">
            <a:extLst>
              <a:ext uri="{FF2B5EF4-FFF2-40B4-BE49-F238E27FC236}">
                <a16:creationId xmlns:a16="http://schemas.microsoft.com/office/drawing/2014/main" id="{E3537F60-D042-4718-4509-5A1FADF6C1F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08230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1" name="Rectangle 10">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Picture 3" descr="A cartoon of a person shaking hands with a robot with Nkandla in the background&#10;&#10;AI-generated content may be incorrect.">
            <a:extLst>
              <a:ext uri="{FF2B5EF4-FFF2-40B4-BE49-F238E27FC236}">
                <a16:creationId xmlns:a16="http://schemas.microsoft.com/office/drawing/2014/main" id="{7D24A2F6-5C83-7BCB-1B85-E69126A8E1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4009" y="935665"/>
            <a:ext cx="9739424" cy="5012085"/>
          </a:xfrm>
          <a:prstGeom prst="rect">
            <a:avLst/>
          </a:prstGeom>
        </p:spPr>
      </p:pic>
      <p:sp>
        <p:nvSpPr>
          <p:cNvPr id="2" name="AutoShape 2">
            <a:extLst>
              <a:ext uri="{FF2B5EF4-FFF2-40B4-BE49-F238E27FC236}">
                <a16:creationId xmlns:a16="http://schemas.microsoft.com/office/drawing/2014/main" id="{B5356429-5442-15D0-0AA9-96B78E883C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59972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AF1E58-D170-4EF3-8E1A-992DA3688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3EACCB19-3F29-416E-BD93-24BDDE37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39C41423-F9F7-4333-A541-61582D3D2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5">
            <a:extLst>
              <a:ext uri="{FF2B5EF4-FFF2-40B4-BE49-F238E27FC236}">
                <a16:creationId xmlns:a16="http://schemas.microsoft.com/office/drawing/2014/main" id="{A66DA090-6BD9-45CC-B782-02767069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Rectangle 16">
            <a:extLst>
              <a:ext uri="{FF2B5EF4-FFF2-40B4-BE49-F238E27FC236}">
                <a16:creationId xmlns:a16="http://schemas.microsoft.com/office/drawing/2014/main" id="{BA9F93AF-9489-4B8A-AA6B-1B00D3CA68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Freeform 5">
            <a:extLst>
              <a:ext uri="{FF2B5EF4-FFF2-40B4-BE49-F238E27FC236}">
                <a16:creationId xmlns:a16="http://schemas.microsoft.com/office/drawing/2014/main" id="{2F459F0B-865B-481D-9AC3-15C76A336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21" name="Freeform 5">
            <a:extLst>
              <a:ext uri="{FF2B5EF4-FFF2-40B4-BE49-F238E27FC236}">
                <a16:creationId xmlns:a16="http://schemas.microsoft.com/office/drawing/2014/main" id="{61CDB3A6-B686-4E1D-AD52-3DC038A45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626EA6A4-2F48-FDAE-84F8-1E9BAEE7D673}"/>
              </a:ext>
            </a:extLst>
          </p:cNvPr>
          <p:cNvSpPr>
            <a:spLocks noGrp="1"/>
          </p:cNvSpPr>
          <p:nvPr>
            <p:ph type="title"/>
          </p:nvPr>
        </p:nvSpPr>
        <p:spPr>
          <a:xfrm>
            <a:off x="1154955" y="973667"/>
            <a:ext cx="2942210" cy="4833745"/>
          </a:xfrm>
        </p:spPr>
        <p:txBody>
          <a:bodyPr>
            <a:normAutofit/>
          </a:bodyPr>
          <a:lstStyle/>
          <a:p>
            <a:r>
              <a:rPr lang="en-US" dirty="0">
                <a:solidFill>
                  <a:srgbClr val="EBEBEB"/>
                </a:solidFill>
              </a:rPr>
              <a:t> Modern AI Apps Attacks</a:t>
            </a:r>
          </a:p>
        </p:txBody>
      </p:sp>
      <p:sp>
        <p:nvSpPr>
          <p:cNvPr id="23" name="Rectangle 22">
            <a:extLst>
              <a:ext uri="{FF2B5EF4-FFF2-40B4-BE49-F238E27FC236}">
                <a16:creationId xmlns:a16="http://schemas.microsoft.com/office/drawing/2014/main" id="{3D38E400-4F30-481D-A5DC-5AA21A2CB8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9E7A6BE9-A2DE-BE84-6472-E83D719E5EF0}"/>
              </a:ext>
            </a:extLst>
          </p:cNvPr>
          <p:cNvGraphicFramePr>
            <a:graphicFrameLocks noGrp="1"/>
          </p:cNvGraphicFramePr>
          <p:nvPr>
            <p:ph idx="1"/>
            <p:extLst>
              <p:ext uri="{D42A27DB-BD31-4B8C-83A1-F6EECF244321}">
                <p14:modId xmlns:p14="http://schemas.microsoft.com/office/powerpoint/2010/main" val="3069051583"/>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24388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B3BFF-597A-876B-2B65-6700939A90DA}"/>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AEFA92CC-CB52-07A9-CDE7-9D6371199732}"/>
              </a:ext>
            </a:extLst>
          </p:cNvPr>
          <p:cNvSpPr>
            <a:spLocks noGrp="1"/>
          </p:cNvSpPr>
          <p:nvPr>
            <p:ph idx="1"/>
          </p:nvPr>
        </p:nvSpPr>
        <p:spPr/>
        <p:txBody>
          <a:bodyPr/>
          <a:lstStyle/>
          <a:p>
            <a:r>
              <a:rPr lang="en-IN" dirty="0">
                <a:hlinkClick r:id="rId3"/>
              </a:rPr>
              <a:t>https://modelcontextprotocol.io/</a:t>
            </a:r>
            <a:endParaRPr lang="en-IN" dirty="0"/>
          </a:p>
          <a:p>
            <a:r>
              <a:rPr lang="en-IN" dirty="0">
                <a:hlinkClick r:id="rId4"/>
              </a:rPr>
              <a:t>https://a2a-protocol.org/</a:t>
            </a:r>
            <a:endParaRPr lang="en-IN" dirty="0"/>
          </a:p>
          <a:p>
            <a:r>
              <a:rPr lang="en-IN" dirty="0"/>
              <a:t>MCP Course by </a:t>
            </a:r>
            <a:r>
              <a:rPr lang="en-IN" dirty="0" err="1"/>
              <a:t>Huggingface</a:t>
            </a:r>
            <a:endParaRPr lang="en-IN" dirty="0"/>
          </a:p>
          <a:p>
            <a:r>
              <a:rPr lang="en-IN" dirty="0">
                <a:hlinkClick r:id="rId5"/>
              </a:rPr>
              <a:t>https://fastmcp.wiki/en/</a:t>
            </a:r>
            <a:endParaRPr lang="en-IN" dirty="0"/>
          </a:p>
          <a:p>
            <a:r>
              <a:rPr lang="en-IN" dirty="0"/>
              <a:t>A2A Samples Repo</a:t>
            </a:r>
          </a:p>
          <a:p>
            <a:r>
              <a:rPr lang="en-US" dirty="0"/>
              <a:t>AI-Cloud-</a:t>
            </a:r>
            <a:r>
              <a:rPr lang="en-US" dirty="0" err="1"/>
              <a:t>ZeroToOne</a:t>
            </a:r>
            <a:r>
              <a:rPr lang="en-US" dirty="0"/>
              <a:t>-</a:t>
            </a:r>
            <a:r>
              <a:rPr lang="en-US" dirty="0" err="1"/>
              <a:t>LearningMaterial</a:t>
            </a:r>
            <a:r>
              <a:rPr lang="en-US" dirty="0"/>
              <a:t>  Slack #ai channel</a:t>
            </a:r>
            <a:br>
              <a:rPr lang="en-US" dirty="0"/>
            </a:br>
            <a:endParaRPr lang="en-IN" dirty="0"/>
          </a:p>
          <a:p>
            <a:endParaRPr lang="en-US" dirty="0"/>
          </a:p>
        </p:txBody>
      </p:sp>
    </p:spTree>
    <p:extLst>
      <p:ext uri="{BB962C8B-B14F-4D97-AF65-F5344CB8AC3E}">
        <p14:creationId xmlns:p14="http://schemas.microsoft.com/office/powerpoint/2010/main" val="32490076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11670</TotalTime>
  <Words>2193</Words>
  <Application>Microsoft Office PowerPoint</Application>
  <PresentationFormat>Widescreen</PresentationFormat>
  <Paragraphs>353</Paragraphs>
  <Slides>37</Slides>
  <Notes>35</Notes>
  <HiddenSlides>1</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Ion Boardroom</vt:lpstr>
      <vt:lpstr>TECH-1147:  MCP &amp; A2A Deep Dive</vt:lpstr>
      <vt:lpstr>About Me</vt:lpstr>
      <vt:lpstr>PowerPoint Presentation</vt:lpstr>
      <vt:lpstr>Building LLMs</vt:lpstr>
      <vt:lpstr>PowerPoint Presentation</vt:lpstr>
      <vt:lpstr>PowerPoint Presentation</vt:lpstr>
      <vt:lpstr>PowerPoint Presentation</vt:lpstr>
      <vt:lpstr>PowerPoint Presentation</vt:lpstr>
      <vt:lpstr>New Age AI workloads</vt:lpstr>
      <vt:lpstr>Building AI Apps</vt:lpstr>
      <vt:lpstr>Building AI Apps</vt:lpstr>
      <vt:lpstr>PowerPoint Presentation</vt:lpstr>
      <vt:lpstr>PowerPoint Presentation</vt:lpstr>
      <vt:lpstr>PowerPoint Presentation</vt:lpstr>
      <vt:lpstr>MCP Context Protocol</vt:lpstr>
      <vt:lpstr>PowerPoint Presentation</vt:lpstr>
      <vt:lpstr>MCP Concepts</vt:lpstr>
      <vt:lpstr>MCP Protocol</vt:lpstr>
      <vt:lpstr>PowerPoint Presentation</vt:lpstr>
      <vt:lpstr>PowerPoint Presentation</vt:lpstr>
      <vt:lpstr>PowerPoint Presentation</vt:lpstr>
      <vt:lpstr>PowerPoint Presentation</vt:lpstr>
      <vt:lpstr>PowerPoint Presentation</vt:lpstr>
      <vt:lpstr>PowerPoint Presentation</vt:lpstr>
      <vt:lpstr>Quick MCP Demo</vt:lpstr>
      <vt:lpstr>A2A</vt:lpstr>
      <vt:lpstr>What is A2A ?</vt:lpstr>
      <vt:lpstr>Key Features</vt:lpstr>
      <vt:lpstr>PowerPoint Presentation</vt:lpstr>
      <vt:lpstr>PowerPoint Presentation</vt:lpstr>
      <vt:lpstr>PowerPoint Presentation</vt:lpstr>
      <vt:lpstr>PowerPoint Presentation</vt:lpstr>
      <vt:lpstr>PowerPoint Presentation</vt:lpstr>
      <vt:lpstr>A2A Demo</vt:lpstr>
      <vt:lpstr>PowerPoint Presentation</vt:lpstr>
      <vt:lpstr> Modern AI Apps Attacks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Sanket Sudake</cp:lastModifiedBy>
  <cp:revision>5</cp:revision>
  <dcterms:created xsi:type="dcterms:W3CDTF">2025-11-13T09:42:38Z</dcterms:created>
  <dcterms:modified xsi:type="dcterms:W3CDTF">2026-03-11T10:59:05Z</dcterms:modified>
</cp:coreProperties>
</file>